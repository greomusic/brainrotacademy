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4" r:id="rId3"/>
    <p:sldMasterId id="214748371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5143500" cy="9144000"/>
  <p:embeddedFontLst>
    <p:embeddedFont>
      <p:font typeface="Inter Tight Medium"/>
      <p:regular r:id="rId23"/>
      <p:bold r:id="rId24"/>
      <p:italic r:id="rId25"/>
      <p:boldItalic r:id="rId26"/>
    </p:embeddedFont>
    <p:embeddedFont>
      <p:font typeface="Plus Jakarta Sans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JetBrains Mono Medium"/>
      <p:regular r:id="rId35"/>
      <p:bold r:id="rId36"/>
      <p:italic r:id="rId37"/>
      <p:boldItalic r:id="rId38"/>
    </p:embeddedFont>
    <p:embeddedFont>
      <p:font typeface="Roboto Mono"/>
      <p:regular r:id="rId39"/>
      <p:bold r:id="rId40"/>
      <p:italic r:id="rId41"/>
      <p:boldItalic r:id="rId42"/>
    </p:embeddedFont>
    <p:embeddedFont>
      <p:font typeface="JetBrains Mon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44" Type="http://schemas.openxmlformats.org/officeDocument/2006/relationships/font" Target="fonts/JetBrainsMono-bold.fntdata"/><Relationship Id="rId43" Type="http://schemas.openxmlformats.org/officeDocument/2006/relationships/font" Target="fonts/JetBrainsMono-regular.fntdata"/><Relationship Id="rId46" Type="http://schemas.openxmlformats.org/officeDocument/2006/relationships/font" Target="fonts/JetBrainsMono-boldItalic.fntdata"/><Relationship Id="rId45" Type="http://schemas.openxmlformats.org/officeDocument/2006/relationships/font" Target="fonts/JetBrainsMon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regular.fntdata"/><Relationship Id="rId30" Type="http://schemas.openxmlformats.org/officeDocument/2006/relationships/font" Target="fonts/PlusJakartaSans-boldItalic.fntdata"/><Relationship Id="rId33" Type="http://schemas.openxmlformats.org/officeDocument/2006/relationships/font" Target="fonts/Inter-italic.fntdata"/><Relationship Id="rId32" Type="http://schemas.openxmlformats.org/officeDocument/2006/relationships/font" Target="fonts/Inter-bold.fntdata"/><Relationship Id="rId35" Type="http://schemas.openxmlformats.org/officeDocument/2006/relationships/font" Target="fonts/JetBrainsMonoMedium-regular.fntdata"/><Relationship Id="rId34" Type="http://schemas.openxmlformats.org/officeDocument/2006/relationships/font" Target="fonts/Inter-boldItalic.fntdata"/><Relationship Id="rId37" Type="http://schemas.openxmlformats.org/officeDocument/2006/relationships/font" Target="fonts/JetBrainsMonoMedium-italic.fntdata"/><Relationship Id="rId36" Type="http://schemas.openxmlformats.org/officeDocument/2006/relationships/font" Target="fonts/JetBrainsMonoMedium-bold.fntdata"/><Relationship Id="rId39" Type="http://schemas.openxmlformats.org/officeDocument/2006/relationships/font" Target="fonts/RobotoMono-regular.fntdata"/><Relationship Id="rId38" Type="http://schemas.openxmlformats.org/officeDocument/2006/relationships/font" Target="fonts/JetBrainsMonoMedium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InterTightMedium-bold.fntdata"/><Relationship Id="rId23" Type="http://schemas.openxmlformats.org/officeDocument/2006/relationships/font" Target="fonts/InterTightMedium-regular.fntdata"/><Relationship Id="rId26" Type="http://schemas.openxmlformats.org/officeDocument/2006/relationships/font" Target="fonts/InterTightMedium-boldItalic.fntdata"/><Relationship Id="rId25" Type="http://schemas.openxmlformats.org/officeDocument/2006/relationships/font" Target="fonts/InterTightMedium-italic.fntdata"/><Relationship Id="rId28" Type="http://schemas.openxmlformats.org/officeDocument/2006/relationships/font" Target="fonts/PlusJakartaSans-bold.fntdata"/><Relationship Id="rId27" Type="http://schemas.openxmlformats.org/officeDocument/2006/relationships/font" Target="fonts/PlusJakartaSans-regular.fntdata"/><Relationship Id="rId29" Type="http://schemas.openxmlformats.org/officeDocument/2006/relationships/font" Target="fonts/PlusJakarta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8b87eed842_0_0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38b87eed842_0_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1" name="Google Shape;11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3cb5e7e7628_2_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6" name="Google Shape;1136;g3cb5e7e7628_2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g3cb5e7e7628_2_1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409b4517d23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1" name="Google Shape;1151;g409b4517d23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g409b4517d23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8b87eed842_0_7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1" name="Google Shape;1161;g38b87eed842_0_7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g38b87eed842_0_7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cbb03553cd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3" name="Google Shape;1173;g3cbb03553cd_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g3cbb03553cd_5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cb5e7e7628_2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4" name="Google Shape;1184;g3cb5e7e7628_2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g3cb5e7e7628_2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409b4517d23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6" name="Google Shape;1196;g409b4517d23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g409b4517d23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3cbb03553cd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5" name="Google Shape;1205;g3cbb03553cd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g3cbb03553cd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409b4517d23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4" name="Google Shape;1214;g409b4517d23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g409b4517d23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409b4517d23_0_1193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3" name="Google Shape;1223;g409b4517d23_0_119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What we sell and to whom: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P0 is enterprise voice infrastructure for organisations with complex voice workflows that need full data residency, model customisation, and workflow ownership through Vibe Work and custom voice agents.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P1 is vertical voice applications for enterprises with specific functional pain like wealth management, insurance, or contact centre compliance, deployed on-prem for regulated industries with a land-and-expand motion.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P2 is departmental productivity where teams deploy meeting intelligence, transcription, or voice assistants without an IT-led transformation.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Front-office: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Support voice agents handle L1/L2 triage and resolution across channels, with live builds in insurance, shipment and booking queries, and wealth management advisory.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Sales meeting intelligence provides speaker attribution, pipeline analysis, and automated follow-ups from transcribed calls.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The differentiator is real-time voice agents that actually route and resolve, with natural, brand-appropriate voice quality.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Back-office: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Compliance teams use real-time call monitoring with diarization for KYC/AML automation and audit trails with speaker attribution.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Contact centre transcription at scale feeds enterprise search and analytics, and infrastructure is often already in place so deployment is fast.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The differentiator is audio-native compliance that's real-time, diarized, and auditable.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Operations: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Contact centre infrastructure is the fastest deployment path because teams plug in the model and structured output flows through existing systems.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Real-time translation enables voice-to-voice across 10+ languages, and counselor support tools surface context to professionals mid-call without them handling audio directly.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The differentiator is on-device deployment, noise robustness, and dialect fine-tuning.</a:t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409b4517d23_0_2331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4" name="Google Shape;1264;g409b4517d23_0_233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What we sell and to whom: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P0 is enterprise voice infrastructure for organisations with complex voice workflows that need full data residency, model customisation, and workflow ownership through Vibe Work and custom voice agents.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P1 is vertical voice applications for enterprises with specific functional pain like wealth management, insurance, or contact centre compliance, deployed on-prem for regulated industries with a land-and-expand motion.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P2 is departmental productivity where teams deploy meeting intelligence, transcription, or voice assistants without an IT-led transformation.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Front-office: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Support voice agents handle L1/L2 triage and resolution across channels, with live builds in insurance, shipment and booking queries, and wealth management advisory.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Sales meeting intelligence provides speaker attribution, pipeline analysis, and automated follow-ups from transcribed calls.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The differentiator is real-time voice agents that actually route and resolve, with natural, brand-appropriate voice quality.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Back-office: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Compliance teams use real-time call monitoring with diarization for KYC/AML automation and audit trails with speaker attribution.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Contact centre transcription at scale feeds enterprise search and analytics, and infrastructure is often already in place so deployment is fast.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The differentiator is audio-native compliance that's real-time, diarized, and auditable.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Operations: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Contact centre infrastructure is the fastest deployment path because teams plug in the model and structured output flows through existing systems.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Real-time translation enables voice-to-voice across 10+ languages, and counselor support tools surface context to professionals mid-call without them handling audio directly.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The differentiator is on-device deployment, noise robustness, and dialect fine-tuning.</a:t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3cbb03553cd_4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0" name="Google Shape;1270;g3cbb03553cd_4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g3cbb03553cd_4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g3cbc4383f05_2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1" name="Google Shape;1311;g3cbc4383f05_2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g3cbc4383f05_2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7" name="Google Shape;13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3c470e7c254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7" name="Google Shape;1337;g3c470e7c254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g3c470e7c254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3cb5e7e7628_2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0" name="Google Shape;1350;g3cb5e7e7628_2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g3cb5e7e7628_2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2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 title="Group 21472220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050" y="4595031"/>
            <a:ext cx="1375457" cy="24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type="ctrTitle"/>
          </p:nvPr>
        </p:nvSpPr>
        <p:spPr>
          <a:xfrm>
            <a:off x="283050" y="301975"/>
            <a:ext cx="3471300" cy="17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DFCF6"/>
              </a:buClr>
              <a:buSzPts val="4300"/>
              <a:buFont typeface="Inter Tight Medium"/>
              <a:buChar char="●"/>
              <a:defRPr sz="4300">
                <a:solidFill>
                  <a:srgbClr val="FDFCF6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DFCF6"/>
              </a:buClr>
              <a:buSzPts val="4300"/>
              <a:buFont typeface="Inter Tight Medium"/>
              <a:buChar char="○"/>
              <a:defRPr sz="4300">
                <a:solidFill>
                  <a:srgbClr val="FDFCF6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DFCF6"/>
              </a:buClr>
              <a:buSzPts val="4300"/>
              <a:buFont typeface="Inter Tight Medium"/>
              <a:buChar char="■"/>
              <a:defRPr sz="4300">
                <a:solidFill>
                  <a:srgbClr val="FDFCF6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DFCF6"/>
              </a:buClr>
              <a:buSzPts val="4300"/>
              <a:buFont typeface="Inter Tight Medium"/>
              <a:buChar char="●"/>
              <a:defRPr sz="4300">
                <a:solidFill>
                  <a:srgbClr val="FDFCF6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DFCF6"/>
              </a:buClr>
              <a:buSzPts val="4300"/>
              <a:buFont typeface="Inter Tight Medium"/>
              <a:buChar char="○"/>
              <a:defRPr sz="4300">
                <a:solidFill>
                  <a:srgbClr val="FDFCF6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DFCF6"/>
              </a:buClr>
              <a:buSzPts val="4300"/>
              <a:buFont typeface="Inter Tight Medium"/>
              <a:buChar char="■"/>
              <a:defRPr sz="4300">
                <a:solidFill>
                  <a:srgbClr val="FDFCF6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DFCF6"/>
              </a:buClr>
              <a:buSzPts val="4300"/>
              <a:buFont typeface="Inter Tight Medium"/>
              <a:buChar char="●"/>
              <a:defRPr sz="4300">
                <a:solidFill>
                  <a:srgbClr val="FDFCF6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DFCF6"/>
              </a:buClr>
              <a:buSzPts val="4300"/>
              <a:buFont typeface="Inter Tight Medium"/>
              <a:buChar char="○"/>
              <a:defRPr sz="4300">
                <a:solidFill>
                  <a:srgbClr val="FDFCF6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DFCF6"/>
              </a:buClr>
              <a:buSzPts val="4300"/>
              <a:buFont typeface="Inter Tight Medium"/>
              <a:buChar char="■"/>
              <a:defRPr sz="4300">
                <a:solidFill>
                  <a:srgbClr val="FDFCF6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83050" y="2163200"/>
            <a:ext cx="34713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CF6"/>
              </a:buClr>
              <a:buSzPts val="1500"/>
              <a:buFont typeface="Inter Tight Medium"/>
              <a:buNone/>
              <a:defRPr sz="1500">
                <a:solidFill>
                  <a:srgbClr val="FDFCF6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CF6"/>
              </a:buClr>
              <a:buSzPts val="1500"/>
              <a:buFont typeface="Inter Tight Medium"/>
              <a:buNone/>
              <a:defRPr sz="1500">
                <a:solidFill>
                  <a:srgbClr val="FDFCF6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CF6"/>
              </a:buClr>
              <a:buSzPts val="1500"/>
              <a:buFont typeface="Inter Tight Medium"/>
              <a:buNone/>
              <a:defRPr sz="1500">
                <a:solidFill>
                  <a:srgbClr val="FDFCF6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CF6"/>
              </a:buClr>
              <a:buSzPts val="1500"/>
              <a:buFont typeface="Inter Tight Medium"/>
              <a:buNone/>
              <a:defRPr sz="1500">
                <a:solidFill>
                  <a:srgbClr val="FDFCF6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CF6"/>
              </a:buClr>
              <a:buSzPts val="1500"/>
              <a:buFont typeface="Inter Tight Medium"/>
              <a:buNone/>
              <a:defRPr sz="1500">
                <a:solidFill>
                  <a:srgbClr val="FDFCF6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CF6"/>
              </a:buClr>
              <a:buSzPts val="1500"/>
              <a:buFont typeface="Inter Tight Medium"/>
              <a:buNone/>
              <a:defRPr sz="1500">
                <a:solidFill>
                  <a:srgbClr val="FDFCF6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CF6"/>
              </a:buClr>
              <a:buSzPts val="1500"/>
              <a:buFont typeface="Inter Tight Medium"/>
              <a:buNone/>
              <a:defRPr sz="1500">
                <a:solidFill>
                  <a:srgbClr val="FDFCF6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CF6"/>
              </a:buClr>
              <a:buSzPts val="1500"/>
              <a:buFont typeface="Inter Tight Medium"/>
              <a:buNone/>
              <a:defRPr sz="1500">
                <a:solidFill>
                  <a:srgbClr val="FDFCF6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CF6"/>
              </a:buClr>
              <a:buSzPts val="1500"/>
              <a:buFont typeface="Inter Tight Medium"/>
              <a:buNone/>
              <a:defRPr sz="1500">
                <a:solidFill>
                  <a:srgbClr val="FDFCF6"/>
                </a:solidFill>
                <a:latin typeface="Inter Tight Medium"/>
                <a:ea typeface="Inter Tight Medium"/>
                <a:cs typeface="Inter Tight Medium"/>
                <a:sym typeface="Inter Tigh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- Dark">
  <p:cSld name="CUSTOM_2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2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3" type="title"/>
          </p:nvPr>
        </p:nvSpPr>
        <p:spPr>
          <a:xfrm>
            <a:off x="482050" y="1448150"/>
            <a:ext cx="81798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4" type="body"/>
          </p:nvPr>
        </p:nvSpPr>
        <p:spPr>
          <a:xfrm>
            <a:off x="482050" y="1881200"/>
            <a:ext cx="8179800" cy="28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- Light">
  <p:cSld name="CUSTOM_2_2">
    <p:bg>
      <p:bgPr>
        <a:solidFill>
          <a:schemeClr val="lt2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3" type="title"/>
          </p:nvPr>
        </p:nvSpPr>
        <p:spPr>
          <a:xfrm>
            <a:off x="482050" y="1448150"/>
            <a:ext cx="81798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4" type="body"/>
          </p:nvPr>
        </p:nvSpPr>
        <p:spPr>
          <a:xfrm>
            <a:off x="482050" y="1881200"/>
            <a:ext cx="8179800" cy="28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solidFill>
                  <a:schemeClr val="dk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solidFill>
                  <a:schemeClr val="dk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solidFill>
                  <a:schemeClr val="dk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solidFill>
                  <a:schemeClr val="dk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solidFill>
                  <a:schemeClr val="dk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- Dark">
  <p:cSld name="CUSTOM_2_1">
    <p:bg>
      <p:bgPr>
        <a:solidFill>
          <a:schemeClr val="dk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2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3" type="title"/>
          </p:nvPr>
        </p:nvSpPr>
        <p:spPr>
          <a:xfrm>
            <a:off x="482050" y="1448150"/>
            <a:ext cx="38847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4" type="body"/>
          </p:nvPr>
        </p:nvSpPr>
        <p:spPr>
          <a:xfrm>
            <a:off x="482050" y="1940450"/>
            <a:ext cx="3884700" cy="27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5" type="title"/>
          </p:nvPr>
        </p:nvSpPr>
        <p:spPr>
          <a:xfrm>
            <a:off x="4777577" y="1448150"/>
            <a:ext cx="38847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idx="6" type="body"/>
          </p:nvPr>
        </p:nvSpPr>
        <p:spPr>
          <a:xfrm>
            <a:off x="4777576" y="1940450"/>
            <a:ext cx="3884700" cy="27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- Light">
  <p:cSld name="SECTION_HEADER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8"/>
          <p:cNvSpPr txBox="1"/>
          <p:nvPr>
            <p:ph type="title"/>
          </p:nvPr>
        </p:nvSpPr>
        <p:spPr>
          <a:xfrm>
            <a:off x="482050" y="1448150"/>
            <a:ext cx="38847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2" type="title"/>
          </p:nvPr>
        </p:nvSpPr>
        <p:spPr>
          <a:xfrm>
            <a:off x="4777577" y="1448150"/>
            <a:ext cx="38847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82050" y="1940450"/>
            <a:ext cx="3884700" cy="27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solidFill>
                  <a:schemeClr val="dk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solidFill>
                  <a:schemeClr val="dk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solidFill>
                  <a:schemeClr val="dk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solidFill>
                  <a:schemeClr val="dk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solidFill>
                  <a:schemeClr val="dk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idx="3" type="body"/>
          </p:nvPr>
        </p:nvSpPr>
        <p:spPr>
          <a:xfrm>
            <a:off x="4777576" y="1940450"/>
            <a:ext cx="3884700" cy="27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solidFill>
                  <a:schemeClr val="dk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solidFill>
                  <a:schemeClr val="dk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solidFill>
                  <a:schemeClr val="dk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solidFill>
                  <a:schemeClr val="dk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solidFill>
                  <a:schemeClr val="dk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4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5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6"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- Dark">
  <p:cSld name="SECTION_HEADER_1_1"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136332" y="4738099"/>
            <a:ext cx="525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9"/>
          <p:cNvSpPr txBox="1"/>
          <p:nvPr>
            <p:ph type="title"/>
          </p:nvPr>
        </p:nvSpPr>
        <p:spPr>
          <a:xfrm>
            <a:off x="482050" y="1448150"/>
            <a:ext cx="25014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482050" y="1940451"/>
            <a:ext cx="2501400" cy="27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title"/>
          </p:nvPr>
        </p:nvSpPr>
        <p:spPr>
          <a:xfrm>
            <a:off x="3247653" y="1448150"/>
            <a:ext cx="25014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3" type="body"/>
          </p:nvPr>
        </p:nvSpPr>
        <p:spPr>
          <a:xfrm>
            <a:off x="3247653" y="1940451"/>
            <a:ext cx="2501400" cy="27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4" type="title"/>
          </p:nvPr>
        </p:nvSpPr>
        <p:spPr>
          <a:xfrm>
            <a:off x="6013256" y="1448150"/>
            <a:ext cx="25014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5" type="body"/>
          </p:nvPr>
        </p:nvSpPr>
        <p:spPr>
          <a:xfrm>
            <a:off x="6013256" y="1940451"/>
            <a:ext cx="2501400" cy="27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6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7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9"/>
          <p:cNvSpPr txBox="1"/>
          <p:nvPr>
            <p:ph idx="8"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- Light">
  <p:cSld name="SECTION_HEADER_1_1_1">
    <p:bg>
      <p:bgPr>
        <a:solidFill>
          <a:schemeClr val="lt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482050" y="1448150"/>
            <a:ext cx="25014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482050" y="1940451"/>
            <a:ext cx="2501400" cy="27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solidFill>
                  <a:schemeClr val="dk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solidFill>
                  <a:schemeClr val="dk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solidFill>
                  <a:schemeClr val="dk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solidFill>
                  <a:schemeClr val="dk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solidFill>
                  <a:schemeClr val="dk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2" type="title"/>
          </p:nvPr>
        </p:nvSpPr>
        <p:spPr>
          <a:xfrm>
            <a:off x="3247653" y="1448150"/>
            <a:ext cx="25014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3" type="body"/>
          </p:nvPr>
        </p:nvSpPr>
        <p:spPr>
          <a:xfrm>
            <a:off x="3247653" y="1940451"/>
            <a:ext cx="2501400" cy="27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solidFill>
                  <a:schemeClr val="dk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solidFill>
                  <a:schemeClr val="dk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solidFill>
                  <a:schemeClr val="dk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solidFill>
                  <a:schemeClr val="dk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solidFill>
                  <a:schemeClr val="dk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4" type="title"/>
          </p:nvPr>
        </p:nvSpPr>
        <p:spPr>
          <a:xfrm>
            <a:off x="6013256" y="1448150"/>
            <a:ext cx="25014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5" type="body"/>
          </p:nvPr>
        </p:nvSpPr>
        <p:spPr>
          <a:xfrm>
            <a:off x="6013256" y="1940451"/>
            <a:ext cx="2501400" cy="27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solidFill>
                  <a:schemeClr val="dk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solidFill>
                  <a:schemeClr val="dk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solidFill>
                  <a:schemeClr val="dk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solidFill>
                  <a:schemeClr val="dk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solidFill>
                  <a:schemeClr val="dk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solidFill>
                  <a:schemeClr val="dk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6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7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8"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 - Dark">
  <p:cSld name="SECTION_HEADER_1_1_1_1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1"/>
          <p:cNvSpPr txBox="1"/>
          <p:nvPr>
            <p:ph type="title"/>
          </p:nvPr>
        </p:nvSpPr>
        <p:spPr>
          <a:xfrm>
            <a:off x="482050" y="1448150"/>
            <a:ext cx="1894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482050" y="1881350"/>
            <a:ext cx="1894800" cy="28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2" type="title"/>
          </p:nvPr>
        </p:nvSpPr>
        <p:spPr>
          <a:xfrm>
            <a:off x="2577120" y="1448150"/>
            <a:ext cx="1894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3" type="body"/>
          </p:nvPr>
        </p:nvSpPr>
        <p:spPr>
          <a:xfrm>
            <a:off x="2577119" y="1881350"/>
            <a:ext cx="1894800" cy="28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4" type="title"/>
          </p:nvPr>
        </p:nvSpPr>
        <p:spPr>
          <a:xfrm>
            <a:off x="4672190" y="1448150"/>
            <a:ext cx="1894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5" type="body"/>
          </p:nvPr>
        </p:nvSpPr>
        <p:spPr>
          <a:xfrm>
            <a:off x="4672189" y="1881350"/>
            <a:ext cx="1894800" cy="28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6" type="title"/>
          </p:nvPr>
        </p:nvSpPr>
        <p:spPr>
          <a:xfrm>
            <a:off x="6767273" y="1448150"/>
            <a:ext cx="1894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7" type="body"/>
          </p:nvPr>
        </p:nvSpPr>
        <p:spPr>
          <a:xfrm>
            <a:off x="6767274" y="1881350"/>
            <a:ext cx="1894800" cy="28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8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9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3"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 - Light">
  <p:cSld name="SECTION_HEADER_1_1_1_1_1">
    <p:bg>
      <p:bgPr>
        <a:solidFill>
          <a:schemeClr val="l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2"/>
          <p:cNvSpPr txBox="1"/>
          <p:nvPr>
            <p:ph type="title"/>
          </p:nvPr>
        </p:nvSpPr>
        <p:spPr>
          <a:xfrm>
            <a:off x="482050" y="1448150"/>
            <a:ext cx="1894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>
            <a:off x="482050" y="1881350"/>
            <a:ext cx="1894800" cy="28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idx="2" type="title"/>
          </p:nvPr>
        </p:nvSpPr>
        <p:spPr>
          <a:xfrm>
            <a:off x="2577120" y="1448150"/>
            <a:ext cx="1894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3" type="body"/>
          </p:nvPr>
        </p:nvSpPr>
        <p:spPr>
          <a:xfrm>
            <a:off x="2577119" y="1881350"/>
            <a:ext cx="1894800" cy="28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4" type="title"/>
          </p:nvPr>
        </p:nvSpPr>
        <p:spPr>
          <a:xfrm>
            <a:off x="4672190" y="1448150"/>
            <a:ext cx="1894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5" type="body"/>
          </p:nvPr>
        </p:nvSpPr>
        <p:spPr>
          <a:xfrm>
            <a:off x="4672189" y="1881350"/>
            <a:ext cx="1894800" cy="28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" name="Google Shape;90;p12"/>
          <p:cNvSpPr txBox="1"/>
          <p:nvPr>
            <p:ph idx="6" type="title"/>
          </p:nvPr>
        </p:nvSpPr>
        <p:spPr>
          <a:xfrm>
            <a:off x="6767273" y="1448150"/>
            <a:ext cx="1894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" name="Google Shape;91;p12"/>
          <p:cNvSpPr txBox="1"/>
          <p:nvPr>
            <p:ph idx="7" type="body"/>
          </p:nvPr>
        </p:nvSpPr>
        <p:spPr>
          <a:xfrm>
            <a:off x="6767274" y="1881350"/>
            <a:ext cx="1894800" cy="28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2"/>
          <p:cNvSpPr txBox="1"/>
          <p:nvPr>
            <p:ph idx="8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" name="Google Shape;93;p12"/>
          <p:cNvSpPr txBox="1"/>
          <p:nvPr>
            <p:ph idx="9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3"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 Two-Row Text - Dark">
  <p:cSld name="SECTION_HEADER_1_1_1_1_1_1"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13"/>
          <p:cNvSpPr txBox="1"/>
          <p:nvPr>
            <p:ph type="title"/>
          </p:nvPr>
        </p:nvSpPr>
        <p:spPr>
          <a:xfrm>
            <a:off x="482050" y="1448150"/>
            <a:ext cx="18948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13"/>
          <p:cNvSpPr txBox="1"/>
          <p:nvPr>
            <p:ph idx="1" type="body"/>
          </p:nvPr>
        </p:nvSpPr>
        <p:spPr>
          <a:xfrm>
            <a:off x="482050" y="2040050"/>
            <a:ext cx="1894800" cy="26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3"/>
          <p:cNvSpPr txBox="1"/>
          <p:nvPr>
            <p:ph idx="2" type="title"/>
          </p:nvPr>
        </p:nvSpPr>
        <p:spPr>
          <a:xfrm>
            <a:off x="2577120" y="1448150"/>
            <a:ext cx="18948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3" type="body"/>
          </p:nvPr>
        </p:nvSpPr>
        <p:spPr>
          <a:xfrm>
            <a:off x="2577120" y="2040050"/>
            <a:ext cx="1894800" cy="26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4" type="title"/>
          </p:nvPr>
        </p:nvSpPr>
        <p:spPr>
          <a:xfrm>
            <a:off x="4672190" y="1448150"/>
            <a:ext cx="18948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5" type="body"/>
          </p:nvPr>
        </p:nvSpPr>
        <p:spPr>
          <a:xfrm>
            <a:off x="4672189" y="2040050"/>
            <a:ext cx="1894800" cy="26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>
            <p:ph idx="6" type="title"/>
          </p:nvPr>
        </p:nvSpPr>
        <p:spPr>
          <a:xfrm>
            <a:off x="6767275" y="1448150"/>
            <a:ext cx="18948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13"/>
          <p:cNvSpPr txBox="1"/>
          <p:nvPr>
            <p:ph idx="7" type="body"/>
          </p:nvPr>
        </p:nvSpPr>
        <p:spPr>
          <a:xfrm>
            <a:off x="6767275" y="2040050"/>
            <a:ext cx="1894800" cy="26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13"/>
          <p:cNvSpPr txBox="1"/>
          <p:nvPr>
            <p:ph idx="8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13"/>
          <p:cNvSpPr txBox="1"/>
          <p:nvPr>
            <p:ph idx="9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13"/>
          <p:cNvSpPr txBox="1"/>
          <p:nvPr>
            <p:ph idx="13"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 Two-Row Text - Light">
  <p:cSld name="SECTION_HEADER_1_1_1_1_1_1_1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14"/>
          <p:cNvSpPr txBox="1"/>
          <p:nvPr>
            <p:ph type="title"/>
          </p:nvPr>
        </p:nvSpPr>
        <p:spPr>
          <a:xfrm>
            <a:off x="482050" y="1448150"/>
            <a:ext cx="18948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4"/>
          <p:cNvSpPr txBox="1"/>
          <p:nvPr>
            <p:ph idx="1" type="body"/>
          </p:nvPr>
        </p:nvSpPr>
        <p:spPr>
          <a:xfrm>
            <a:off x="482050" y="2040050"/>
            <a:ext cx="1894800" cy="26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4"/>
          <p:cNvSpPr txBox="1"/>
          <p:nvPr>
            <p:ph idx="2" type="title"/>
          </p:nvPr>
        </p:nvSpPr>
        <p:spPr>
          <a:xfrm>
            <a:off x="2577120" y="1448150"/>
            <a:ext cx="18948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3" type="body"/>
          </p:nvPr>
        </p:nvSpPr>
        <p:spPr>
          <a:xfrm>
            <a:off x="2577120" y="2040050"/>
            <a:ext cx="1894800" cy="26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4"/>
          <p:cNvSpPr txBox="1"/>
          <p:nvPr>
            <p:ph idx="4" type="title"/>
          </p:nvPr>
        </p:nvSpPr>
        <p:spPr>
          <a:xfrm>
            <a:off x="4672190" y="1448150"/>
            <a:ext cx="18948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5" type="body"/>
          </p:nvPr>
        </p:nvSpPr>
        <p:spPr>
          <a:xfrm>
            <a:off x="4672189" y="2040050"/>
            <a:ext cx="1894800" cy="26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4"/>
          <p:cNvSpPr txBox="1"/>
          <p:nvPr>
            <p:ph idx="6" type="title"/>
          </p:nvPr>
        </p:nvSpPr>
        <p:spPr>
          <a:xfrm>
            <a:off x="6767275" y="1448150"/>
            <a:ext cx="18948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4"/>
          <p:cNvSpPr txBox="1"/>
          <p:nvPr>
            <p:ph idx="7" type="body"/>
          </p:nvPr>
        </p:nvSpPr>
        <p:spPr>
          <a:xfrm>
            <a:off x="6767275" y="2040050"/>
            <a:ext cx="1894800" cy="26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4"/>
          <p:cNvSpPr txBox="1"/>
          <p:nvPr>
            <p:ph idx="8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9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13"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Multi-Column Boxes - Dark">
  <p:cSld name="SECTION_HEADER_1_1_1_1_1_1_1_1_1">
    <p:bg>
      <p:bgPr>
        <a:solidFill>
          <a:schemeClr val="dk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15"/>
          <p:cNvSpPr txBox="1"/>
          <p:nvPr>
            <p:ph type="title"/>
          </p:nvPr>
        </p:nvSpPr>
        <p:spPr>
          <a:xfrm>
            <a:off x="482050" y="1152475"/>
            <a:ext cx="38799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482050" y="1555875"/>
            <a:ext cx="38799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title"/>
          </p:nvPr>
        </p:nvSpPr>
        <p:spPr>
          <a:xfrm>
            <a:off x="4782074" y="1152475"/>
            <a:ext cx="38799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body"/>
          </p:nvPr>
        </p:nvSpPr>
        <p:spPr>
          <a:xfrm>
            <a:off x="4782075" y="1555875"/>
            <a:ext cx="38799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title"/>
          </p:nvPr>
        </p:nvSpPr>
        <p:spPr>
          <a:xfrm>
            <a:off x="482050" y="3115450"/>
            <a:ext cx="38799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5" type="body"/>
          </p:nvPr>
        </p:nvSpPr>
        <p:spPr>
          <a:xfrm>
            <a:off x="482050" y="3518850"/>
            <a:ext cx="38799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15"/>
          <p:cNvSpPr txBox="1"/>
          <p:nvPr>
            <p:ph idx="6" type="title"/>
          </p:nvPr>
        </p:nvSpPr>
        <p:spPr>
          <a:xfrm>
            <a:off x="4782074" y="3115450"/>
            <a:ext cx="38799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15"/>
          <p:cNvSpPr txBox="1"/>
          <p:nvPr>
            <p:ph idx="7" type="body"/>
          </p:nvPr>
        </p:nvSpPr>
        <p:spPr>
          <a:xfrm>
            <a:off x="4782075" y="3518850"/>
            <a:ext cx="38799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5"/>
          <p:cNvSpPr txBox="1"/>
          <p:nvPr>
            <p:ph idx="8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5"/>
          <p:cNvSpPr txBox="1"/>
          <p:nvPr>
            <p:ph idx="9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15"/>
          <p:cNvSpPr txBox="1"/>
          <p:nvPr>
            <p:ph idx="13"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Multi-Column Boxes - Light">
  <p:cSld name="SECTION_HEADER_1_1_1_1_1_1_1_1_1_1">
    <p:bg>
      <p:bgPr>
        <a:solidFill>
          <a:schemeClr val="l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6"/>
          <p:cNvSpPr txBox="1"/>
          <p:nvPr>
            <p:ph type="title"/>
          </p:nvPr>
        </p:nvSpPr>
        <p:spPr>
          <a:xfrm>
            <a:off x="482050" y="1152475"/>
            <a:ext cx="38799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7" name="Google Shape;137;p16"/>
          <p:cNvSpPr txBox="1"/>
          <p:nvPr>
            <p:ph idx="1" type="body"/>
          </p:nvPr>
        </p:nvSpPr>
        <p:spPr>
          <a:xfrm>
            <a:off x="482050" y="1555875"/>
            <a:ext cx="38799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" name="Google Shape;138;p16"/>
          <p:cNvSpPr txBox="1"/>
          <p:nvPr>
            <p:ph idx="2" type="title"/>
          </p:nvPr>
        </p:nvSpPr>
        <p:spPr>
          <a:xfrm>
            <a:off x="4782074" y="1152475"/>
            <a:ext cx="38799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6"/>
          <p:cNvSpPr txBox="1"/>
          <p:nvPr>
            <p:ph idx="3" type="body"/>
          </p:nvPr>
        </p:nvSpPr>
        <p:spPr>
          <a:xfrm>
            <a:off x="4782075" y="1555875"/>
            <a:ext cx="38799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6"/>
          <p:cNvSpPr txBox="1"/>
          <p:nvPr>
            <p:ph idx="4" type="title"/>
          </p:nvPr>
        </p:nvSpPr>
        <p:spPr>
          <a:xfrm>
            <a:off x="482050" y="3115450"/>
            <a:ext cx="38799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16"/>
          <p:cNvSpPr txBox="1"/>
          <p:nvPr>
            <p:ph idx="5" type="body"/>
          </p:nvPr>
        </p:nvSpPr>
        <p:spPr>
          <a:xfrm>
            <a:off x="482050" y="3518850"/>
            <a:ext cx="38799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6"/>
          <p:cNvSpPr txBox="1"/>
          <p:nvPr>
            <p:ph idx="6" type="title"/>
          </p:nvPr>
        </p:nvSpPr>
        <p:spPr>
          <a:xfrm>
            <a:off x="4782074" y="3115450"/>
            <a:ext cx="38799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6"/>
          <p:cNvSpPr txBox="1"/>
          <p:nvPr>
            <p:ph idx="7" type="body"/>
          </p:nvPr>
        </p:nvSpPr>
        <p:spPr>
          <a:xfrm>
            <a:off x="4782075" y="3518850"/>
            <a:ext cx="38799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6"/>
          <p:cNvSpPr txBox="1"/>
          <p:nvPr>
            <p:ph idx="8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16"/>
          <p:cNvSpPr txBox="1"/>
          <p:nvPr>
            <p:ph idx="9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16"/>
          <p:cNvSpPr txBox="1"/>
          <p:nvPr>
            <p:ph idx="13"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Multi-Column Boxes - Dark">
  <p:cSld name="SECTION_HEADER_1_1_1_1_1_1_1_1_1_1_1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17"/>
          <p:cNvSpPr txBox="1"/>
          <p:nvPr>
            <p:ph type="title"/>
          </p:nvPr>
        </p:nvSpPr>
        <p:spPr>
          <a:xfrm>
            <a:off x="482050" y="1152475"/>
            <a:ext cx="7137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0" name="Google Shape;150;p17"/>
          <p:cNvSpPr txBox="1"/>
          <p:nvPr>
            <p:ph idx="1" type="body"/>
          </p:nvPr>
        </p:nvSpPr>
        <p:spPr>
          <a:xfrm>
            <a:off x="482050" y="1500646"/>
            <a:ext cx="71379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1" name="Google Shape;151;p17"/>
          <p:cNvSpPr txBox="1"/>
          <p:nvPr>
            <p:ph idx="2" type="title"/>
          </p:nvPr>
        </p:nvSpPr>
        <p:spPr>
          <a:xfrm>
            <a:off x="482050" y="2377439"/>
            <a:ext cx="7137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p17"/>
          <p:cNvSpPr txBox="1"/>
          <p:nvPr>
            <p:ph idx="3" type="body"/>
          </p:nvPr>
        </p:nvSpPr>
        <p:spPr>
          <a:xfrm>
            <a:off x="482050" y="2725610"/>
            <a:ext cx="71379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17"/>
          <p:cNvSpPr txBox="1"/>
          <p:nvPr>
            <p:ph idx="4" type="title"/>
          </p:nvPr>
        </p:nvSpPr>
        <p:spPr>
          <a:xfrm>
            <a:off x="482050" y="3602402"/>
            <a:ext cx="7137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17"/>
          <p:cNvSpPr txBox="1"/>
          <p:nvPr>
            <p:ph idx="5" type="body"/>
          </p:nvPr>
        </p:nvSpPr>
        <p:spPr>
          <a:xfrm>
            <a:off x="482050" y="3950573"/>
            <a:ext cx="71379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" name="Google Shape;155;p17"/>
          <p:cNvSpPr txBox="1"/>
          <p:nvPr>
            <p:ph idx="6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17"/>
          <p:cNvSpPr txBox="1"/>
          <p:nvPr>
            <p:ph idx="7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17"/>
          <p:cNvSpPr txBox="1"/>
          <p:nvPr>
            <p:ph idx="8"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Multi-Column Boxes - Light">
  <p:cSld name="SECTION_HEADER_1_1_1_1_1_1_1_1_1_1_1_1">
    <p:bg>
      <p:bgPr>
        <a:solidFill>
          <a:schemeClr val="lt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18"/>
          <p:cNvSpPr txBox="1"/>
          <p:nvPr>
            <p:ph type="title"/>
          </p:nvPr>
        </p:nvSpPr>
        <p:spPr>
          <a:xfrm>
            <a:off x="482050" y="1152475"/>
            <a:ext cx="7137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482050" y="1500646"/>
            <a:ext cx="71379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18"/>
          <p:cNvSpPr txBox="1"/>
          <p:nvPr>
            <p:ph idx="2" type="title"/>
          </p:nvPr>
        </p:nvSpPr>
        <p:spPr>
          <a:xfrm>
            <a:off x="482050" y="2377439"/>
            <a:ext cx="7137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8"/>
          <p:cNvSpPr txBox="1"/>
          <p:nvPr>
            <p:ph idx="3" type="body"/>
          </p:nvPr>
        </p:nvSpPr>
        <p:spPr>
          <a:xfrm>
            <a:off x="482050" y="2725610"/>
            <a:ext cx="71379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8"/>
          <p:cNvSpPr txBox="1"/>
          <p:nvPr>
            <p:ph idx="4" type="title"/>
          </p:nvPr>
        </p:nvSpPr>
        <p:spPr>
          <a:xfrm>
            <a:off x="482050" y="3602402"/>
            <a:ext cx="7137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8"/>
          <p:cNvSpPr txBox="1"/>
          <p:nvPr>
            <p:ph idx="5" type="body"/>
          </p:nvPr>
        </p:nvSpPr>
        <p:spPr>
          <a:xfrm>
            <a:off x="482050" y="3950573"/>
            <a:ext cx="71379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6" name="Google Shape;166;p18"/>
          <p:cNvSpPr txBox="1"/>
          <p:nvPr>
            <p:ph idx="6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18"/>
          <p:cNvSpPr txBox="1"/>
          <p:nvPr>
            <p:ph idx="7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8"/>
          <p:cNvSpPr txBox="1"/>
          <p:nvPr>
            <p:ph idx="8"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Multi-Column Boxes - Dark">
  <p:cSld name="SECTION_HEADER_1_1_1_1_1_1_1_1_1_1_1_1_1"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9"/>
          <p:cNvSpPr txBox="1"/>
          <p:nvPr>
            <p:ph type="title"/>
          </p:nvPr>
        </p:nvSpPr>
        <p:spPr>
          <a:xfrm>
            <a:off x="482050" y="1152475"/>
            <a:ext cx="3986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482050" y="1500646"/>
            <a:ext cx="39861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19"/>
          <p:cNvSpPr txBox="1"/>
          <p:nvPr>
            <p:ph idx="2" type="title"/>
          </p:nvPr>
        </p:nvSpPr>
        <p:spPr>
          <a:xfrm>
            <a:off x="482050" y="2377439"/>
            <a:ext cx="3986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4" name="Google Shape;174;p19"/>
          <p:cNvSpPr txBox="1"/>
          <p:nvPr>
            <p:ph idx="3" type="body"/>
          </p:nvPr>
        </p:nvSpPr>
        <p:spPr>
          <a:xfrm>
            <a:off x="482050" y="2725610"/>
            <a:ext cx="39861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19"/>
          <p:cNvSpPr txBox="1"/>
          <p:nvPr>
            <p:ph idx="4" type="title"/>
          </p:nvPr>
        </p:nvSpPr>
        <p:spPr>
          <a:xfrm>
            <a:off x="482050" y="3602403"/>
            <a:ext cx="3986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19"/>
          <p:cNvSpPr txBox="1"/>
          <p:nvPr>
            <p:ph idx="5" type="body"/>
          </p:nvPr>
        </p:nvSpPr>
        <p:spPr>
          <a:xfrm>
            <a:off x="482050" y="3950575"/>
            <a:ext cx="39861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7" name="Google Shape;177;p19"/>
          <p:cNvSpPr txBox="1"/>
          <p:nvPr>
            <p:ph idx="6" type="title"/>
          </p:nvPr>
        </p:nvSpPr>
        <p:spPr>
          <a:xfrm>
            <a:off x="4674700" y="1152475"/>
            <a:ext cx="3986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19"/>
          <p:cNvSpPr txBox="1"/>
          <p:nvPr>
            <p:ph idx="7" type="body"/>
          </p:nvPr>
        </p:nvSpPr>
        <p:spPr>
          <a:xfrm>
            <a:off x="4674700" y="1500646"/>
            <a:ext cx="39861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19"/>
          <p:cNvSpPr txBox="1"/>
          <p:nvPr>
            <p:ph idx="8" type="title"/>
          </p:nvPr>
        </p:nvSpPr>
        <p:spPr>
          <a:xfrm>
            <a:off x="4674700" y="2377439"/>
            <a:ext cx="3986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19"/>
          <p:cNvSpPr txBox="1"/>
          <p:nvPr>
            <p:ph idx="9" type="body"/>
          </p:nvPr>
        </p:nvSpPr>
        <p:spPr>
          <a:xfrm>
            <a:off x="4674700" y="2725611"/>
            <a:ext cx="39861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19"/>
          <p:cNvSpPr txBox="1"/>
          <p:nvPr>
            <p:ph idx="13" type="title"/>
          </p:nvPr>
        </p:nvSpPr>
        <p:spPr>
          <a:xfrm>
            <a:off x="4674700" y="3602404"/>
            <a:ext cx="3986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19"/>
          <p:cNvSpPr txBox="1"/>
          <p:nvPr>
            <p:ph idx="14" type="body"/>
          </p:nvPr>
        </p:nvSpPr>
        <p:spPr>
          <a:xfrm>
            <a:off x="4674700" y="3950575"/>
            <a:ext cx="39861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19"/>
          <p:cNvSpPr txBox="1"/>
          <p:nvPr>
            <p:ph idx="15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4" name="Google Shape;184;p19"/>
          <p:cNvSpPr txBox="1"/>
          <p:nvPr>
            <p:ph idx="16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19"/>
          <p:cNvSpPr txBox="1"/>
          <p:nvPr>
            <p:ph idx="17"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Multi-Column Boxes - Light">
  <p:cSld name="SECTION_HEADER_1_1_1_1_1_1_1_1_1_1_1_1_1_1">
    <p:bg>
      <p:bgPr>
        <a:solidFill>
          <a:schemeClr val="lt2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20"/>
          <p:cNvSpPr txBox="1"/>
          <p:nvPr>
            <p:ph type="title"/>
          </p:nvPr>
        </p:nvSpPr>
        <p:spPr>
          <a:xfrm>
            <a:off x="482050" y="1152475"/>
            <a:ext cx="3986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482050" y="1500646"/>
            <a:ext cx="39861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0"/>
          <p:cNvSpPr txBox="1"/>
          <p:nvPr>
            <p:ph idx="2" type="title"/>
          </p:nvPr>
        </p:nvSpPr>
        <p:spPr>
          <a:xfrm>
            <a:off x="482050" y="2377439"/>
            <a:ext cx="3986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0"/>
          <p:cNvSpPr txBox="1"/>
          <p:nvPr>
            <p:ph idx="3" type="body"/>
          </p:nvPr>
        </p:nvSpPr>
        <p:spPr>
          <a:xfrm>
            <a:off x="482050" y="2725610"/>
            <a:ext cx="39861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0"/>
          <p:cNvSpPr txBox="1"/>
          <p:nvPr>
            <p:ph idx="4" type="title"/>
          </p:nvPr>
        </p:nvSpPr>
        <p:spPr>
          <a:xfrm>
            <a:off x="482050" y="3602403"/>
            <a:ext cx="3986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0"/>
          <p:cNvSpPr txBox="1"/>
          <p:nvPr>
            <p:ph idx="5" type="body"/>
          </p:nvPr>
        </p:nvSpPr>
        <p:spPr>
          <a:xfrm>
            <a:off x="482050" y="3950575"/>
            <a:ext cx="39861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0"/>
          <p:cNvSpPr txBox="1"/>
          <p:nvPr>
            <p:ph idx="6" type="title"/>
          </p:nvPr>
        </p:nvSpPr>
        <p:spPr>
          <a:xfrm>
            <a:off x="4674700" y="1152475"/>
            <a:ext cx="3986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0"/>
          <p:cNvSpPr txBox="1"/>
          <p:nvPr>
            <p:ph idx="7" type="body"/>
          </p:nvPr>
        </p:nvSpPr>
        <p:spPr>
          <a:xfrm>
            <a:off x="4674700" y="1500646"/>
            <a:ext cx="39861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20"/>
          <p:cNvSpPr txBox="1"/>
          <p:nvPr>
            <p:ph idx="8" type="title"/>
          </p:nvPr>
        </p:nvSpPr>
        <p:spPr>
          <a:xfrm>
            <a:off x="4674700" y="2377439"/>
            <a:ext cx="3986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0"/>
          <p:cNvSpPr txBox="1"/>
          <p:nvPr>
            <p:ph idx="9" type="body"/>
          </p:nvPr>
        </p:nvSpPr>
        <p:spPr>
          <a:xfrm>
            <a:off x="4674700" y="2725611"/>
            <a:ext cx="39861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20"/>
          <p:cNvSpPr txBox="1"/>
          <p:nvPr>
            <p:ph idx="13" type="title"/>
          </p:nvPr>
        </p:nvSpPr>
        <p:spPr>
          <a:xfrm>
            <a:off x="4674700" y="3602404"/>
            <a:ext cx="3986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" name="Google Shape;199;p20"/>
          <p:cNvSpPr txBox="1"/>
          <p:nvPr>
            <p:ph idx="14" type="body"/>
          </p:nvPr>
        </p:nvSpPr>
        <p:spPr>
          <a:xfrm>
            <a:off x="4674700" y="3950575"/>
            <a:ext cx="39861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5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0"/>
          <p:cNvSpPr txBox="1"/>
          <p:nvPr>
            <p:ph idx="16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0"/>
          <p:cNvSpPr txBox="1"/>
          <p:nvPr>
            <p:ph idx="17"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Opt 1 - Dark">
  <p:cSld name="CUSTOM_3">
    <p:bg>
      <p:bgPr>
        <a:solidFill>
          <a:schemeClr val="dk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>
            <p:ph idx="1" type="body"/>
          </p:nvPr>
        </p:nvSpPr>
        <p:spPr>
          <a:xfrm>
            <a:off x="1535650" y="1162500"/>
            <a:ext cx="7126200" cy="20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5" name="Google Shape;205;p21"/>
          <p:cNvSpPr/>
          <p:nvPr>
            <p:ph idx="2" type="pic"/>
          </p:nvPr>
        </p:nvSpPr>
        <p:spPr>
          <a:xfrm>
            <a:off x="482050" y="3854150"/>
            <a:ext cx="845400" cy="8454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1535650" y="3935700"/>
            <a:ext cx="3987300" cy="237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idx="4" type="subTitle"/>
          </p:nvPr>
        </p:nvSpPr>
        <p:spPr>
          <a:xfrm>
            <a:off x="1535650" y="4322200"/>
            <a:ext cx="39873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8" name="Google Shape;208;p21"/>
          <p:cNvSpPr txBox="1"/>
          <p:nvPr>
            <p:ph idx="5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9" name="Google Shape;209;p21"/>
          <p:cNvSpPr txBox="1"/>
          <p:nvPr>
            <p:ph idx="6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21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1" name="Google Shape;211;p21" title="Union (4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050" y="1162500"/>
            <a:ext cx="784700" cy="72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Opt 1 - Light">
  <p:cSld name="CUSTOM_3_1">
    <p:bg>
      <p:bgPr>
        <a:solidFill>
          <a:schemeClr val="lt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>
            <p:ph idx="1" type="body"/>
          </p:nvPr>
        </p:nvSpPr>
        <p:spPr>
          <a:xfrm>
            <a:off x="1535650" y="1162500"/>
            <a:ext cx="7126200" cy="20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2"/>
          <p:cNvSpPr/>
          <p:nvPr>
            <p:ph idx="2" type="pic"/>
          </p:nvPr>
        </p:nvSpPr>
        <p:spPr>
          <a:xfrm>
            <a:off x="482050" y="3854150"/>
            <a:ext cx="845400" cy="8454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22"/>
          <p:cNvSpPr txBox="1"/>
          <p:nvPr>
            <p:ph idx="3" type="subTitle"/>
          </p:nvPr>
        </p:nvSpPr>
        <p:spPr>
          <a:xfrm>
            <a:off x="1535650" y="3935700"/>
            <a:ext cx="3987300" cy="237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2"/>
          <p:cNvSpPr txBox="1"/>
          <p:nvPr>
            <p:ph idx="4" type="subTitle"/>
          </p:nvPr>
        </p:nvSpPr>
        <p:spPr>
          <a:xfrm>
            <a:off x="1535650" y="4322200"/>
            <a:ext cx="39873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2"/>
          <p:cNvSpPr txBox="1"/>
          <p:nvPr>
            <p:ph idx="5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" name="Google Shape;218;p22"/>
          <p:cNvSpPr txBox="1"/>
          <p:nvPr>
            <p:ph idx="6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2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20" name="Google Shape;220;p22" title="Union (4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050" y="1162500"/>
            <a:ext cx="784700" cy="72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Opt 2 - Dark">
  <p:cSld name="CUSTOM_3_1_1">
    <p:bg>
      <p:bgPr>
        <a:solidFill>
          <a:schemeClr val="dk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 txBox="1"/>
          <p:nvPr>
            <p:ph idx="1" type="body"/>
          </p:nvPr>
        </p:nvSpPr>
        <p:spPr>
          <a:xfrm>
            <a:off x="482050" y="1767750"/>
            <a:ext cx="7126200" cy="18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3" name="Google Shape;223;p23"/>
          <p:cNvSpPr/>
          <p:nvPr>
            <p:ph idx="2" type="pic"/>
          </p:nvPr>
        </p:nvSpPr>
        <p:spPr>
          <a:xfrm>
            <a:off x="7816750" y="3854150"/>
            <a:ext cx="845400" cy="8454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23"/>
          <p:cNvSpPr txBox="1"/>
          <p:nvPr>
            <p:ph idx="3" type="subTitle"/>
          </p:nvPr>
        </p:nvSpPr>
        <p:spPr>
          <a:xfrm>
            <a:off x="3632700" y="3935700"/>
            <a:ext cx="3987300" cy="237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23"/>
          <p:cNvSpPr txBox="1"/>
          <p:nvPr>
            <p:ph idx="4" type="subTitle"/>
          </p:nvPr>
        </p:nvSpPr>
        <p:spPr>
          <a:xfrm>
            <a:off x="3632700" y="4322200"/>
            <a:ext cx="39873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23"/>
          <p:cNvSpPr txBox="1"/>
          <p:nvPr>
            <p:ph idx="5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23"/>
          <p:cNvSpPr txBox="1"/>
          <p:nvPr>
            <p:ph idx="6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23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29" name="Google Shape;229;p23" title="Union (4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050" y="991525"/>
            <a:ext cx="625125" cy="57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Opt 2 - Light">
  <p:cSld name="CUSTOM_3_1_1_1">
    <p:bg>
      <p:bgPr>
        <a:solidFill>
          <a:schemeClr val="lt2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 txBox="1"/>
          <p:nvPr>
            <p:ph idx="1" type="body"/>
          </p:nvPr>
        </p:nvSpPr>
        <p:spPr>
          <a:xfrm>
            <a:off x="482050" y="1767750"/>
            <a:ext cx="7126200" cy="18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>
                <a:solidFill>
                  <a:schemeClr val="dk1"/>
                </a:solidFill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 sz="2000">
                <a:solidFill>
                  <a:schemeClr val="dk1"/>
                </a:solidFill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24"/>
          <p:cNvSpPr/>
          <p:nvPr>
            <p:ph idx="2" type="pic"/>
          </p:nvPr>
        </p:nvSpPr>
        <p:spPr>
          <a:xfrm>
            <a:off x="7816750" y="3854150"/>
            <a:ext cx="845400" cy="8454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4"/>
          <p:cNvSpPr txBox="1"/>
          <p:nvPr>
            <p:ph idx="3" type="subTitle"/>
          </p:nvPr>
        </p:nvSpPr>
        <p:spPr>
          <a:xfrm>
            <a:off x="3632700" y="3935700"/>
            <a:ext cx="3987300" cy="237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4" type="subTitle"/>
          </p:nvPr>
        </p:nvSpPr>
        <p:spPr>
          <a:xfrm>
            <a:off x="3632700" y="4322200"/>
            <a:ext cx="39873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5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6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38" name="Google Shape;238;p24" title="Union (4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050" y="991525"/>
            <a:ext cx="625125" cy="57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laceholder - Dark" type="blank">
  <p:cSld name="BLANK">
    <p:bg>
      <p:bgPr>
        <a:solidFill>
          <a:schemeClr val="dk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5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1" name="Google Shape;241;p25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2" name="Google Shape;242;p25"/>
          <p:cNvSpPr txBox="1"/>
          <p:nvPr>
            <p:ph idx="2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laceholder - Gray ">
  <p:cSld name="BLANK_3">
    <p:bg>
      <p:bgPr>
        <a:solidFill>
          <a:srgbClr val="151515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26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2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laceholder - Light">
  <p:cSld name="BLANK_3_1">
    <p:bg>
      <p:bgPr>
        <a:solidFill>
          <a:schemeClr val="lt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27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7"/>
          <p:cNvSpPr txBox="1"/>
          <p:nvPr>
            <p:ph idx="2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" name="Google Shape;253;p27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laceholder - Light 1">
  <p:cSld name="BLANK_3_1_1">
    <p:bg>
      <p:bgPr>
        <a:solidFill>
          <a:schemeClr val="dk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" name="Google Shape;256;p28"/>
          <p:cNvSpPr txBox="1"/>
          <p:nvPr>
            <p:ph type="title"/>
          </p:nvPr>
        </p:nvSpPr>
        <p:spPr>
          <a:xfrm>
            <a:off x="482050" y="204925"/>
            <a:ext cx="2090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7" name="Google Shape;257;p28"/>
          <p:cNvSpPr txBox="1"/>
          <p:nvPr>
            <p:ph idx="1" type="subTitle"/>
          </p:nvPr>
        </p:nvSpPr>
        <p:spPr>
          <a:xfrm>
            <a:off x="2572525" y="222182"/>
            <a:ext cx="1668600" cy="541500"/>
          </a:xfrm>
          <a:prstGeom prst="rect">
            <a:avLst/>
          </a:prstGeom>
        </p:spPr>
        <p:txBody>
          <a:bodyPr anchorCtr="0" anchor="t" bIns="0" lIns="18287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" name="Google Shape;258;p28"/>
          <p:cNvSpPr txBox="1"/>
          <p:nvPr>
            <p:ph idx="2" type="subTitle"/>
          </p:nvPr>
        </p:nvSpPr>
        <p:spPr>
          <a:xfrm>
            <a:off x="5451394" y="204925"/>
            <a:ext cx="3210600" cy="54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9" name="Google Shape;259;p28"/>
          <p:cNvSpPr txBox="1"/>
          <p:nvPr>
            <p:ph idx="3" type="subTitle"/>
          </p:nvPr>
        </p:nvSpPr>
        <p:spPr>
          <a:xfrm>
            <a:off x="2572525" y="883977"/>
            <a:ext cx="1668600" cy="541500"/>
          </a:xfrm>
          <a:prstGeom prst="rect">
            <a:avLst/>
          </a:prstGeom>
        </p:spPr>
        <p:txBody>
          <a:bodyPr anchorCtr="0" anchor="t" bIns="0" lIns="18287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0" name="Google Shape;260;p28"/>
          <p:cNvSpPr txBox="1"/>
          <p:nvPr>
            <p:ph idx="4" type="subTitle"/>
          </p:nvPr>
        </p:nvSpPr>
        <p:spPr>
          <a:xfrm>
            <a:off x="5451394" y="866720"/>
            <a:ext cx="3210600" cy="54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28"/>
          <p:cNvSpPr txBox="1"/>
          <p:nvPr>
            <p:ph idx="5" type="subTitle"/>
          </p:nvPr>
        </p:nvSpPr>
        <p:spPr>
          <a:xfrm>
            <a:off x="2572525" y="1563021"/>
            <a:ext cx="1668600" cy="541500"/>
          </a:xfrm>
          <a:prstGeom prst="rect">
            <a:avLst/>
          </a:prstGeom>
        </p:spPr>
        <p:txBody>
          <a:bodyPr anchorCtr="0" anchor="t" bIns="0" lIns="18287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2" name="Google Shape;262;p28"/>
          <p:cNvSpPr txBox="1"/>
          <p:nvPr>
            <p:ph idx="6" type="subTitle"/>
          </p:nvPr>
        </p:nvSpPr>
        <p:spPr>
          <a:xfrm>
            <a:off x="5451394" y="1545765"/>
            <a:ext cx="3210600" cy="54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28"/>
          <p:cNvSpPr txBox="1"/>
          <p:nvPr>
            <p:ph idx="7" type="subTitle"/>
          </p:nvPr>
        </p:nvSpPr>
        <p:spPr>
          <a:xfrm>
            <a:off x="2572525" y="2259336"/>
            <a:ext cx="1668600" cy="541500"/>
          </a:xfrm>
          <a:prstGeom prst="rect">
            <a:avLst/>
          </a:prstGeom>
        </p:spPr>
        <p:txBody>
          <a:bodyPr anchorCtr="0" anchor="t" bIns="0" lIns="18287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28"/>
          <p:cNvSpPr txBox="1"/>
          <p:nvPr>
            <p:ph idx="8" type="subTitle"/>
          </p:nvPr>
        </p:nvSpPr>
        <p:spPr>
          <a:xfrm>
            <a:off x="5451394" y="2242079"/>
            <a:ext cx="3210600" cy="54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28"/>
          <p:cNvSpPr txBox="1"/>
          <p:nvPr>
            <p:ph idx="9" type="subTitle"/>
          </p:nvPr>
        </p:nvSpPr>
        <p:spPr>
          <a:xfrm>
            <a:off x="2572525" y="2972875"/>
            <a:ext cx="1668600" cy="541500"/>
          </a:xfrm>
          <a:prstGeom prst="rect">
            <a:avLst/>
          </a:prstGeom>
        </p:spPr>
        <p:txBody>
          <a:bodyPr anchorCtr="0" anchor="t" bIns="0" lIns="18287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28"/>
          <p:cNvSpPr txBox="1"/>
          <p:nvPr>
            <p:ph idx="13" type="subTitle"/>
          </p:nvPr>
        </p:nvSpPr>
        <p:spPr>
          <a:xfrm>
            <a:off x="5451394" y="2955618"/>
            <a:ext cx="3210600" cy="54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67" name="Google Shape;267;p28" title="Group 48096618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517600"/>
            <a:ext cx="2267724" cy="2182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laceholder - Light 1 1">
  <p:cSld name="BLANK_3_1_1_1">
    <p:bg>
      <p:bgPr>
        <a:solidFill>
          <a:schemeClr val="lt2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29"/>
          <p:cNvSpPr txBox="1"/>
          <p:nvPr>
            <p:ph type="title"/>
          </p:nvPr>
        </p:nvSpPr>
        <p:spPr>
          <a:xfrm>
            <a:off x="482050" y="204925"/>
            <a:ext cx="2090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1" name="Google Shape;271;p29"/>
          <p:cNvSpPr txBox="1"/>
          <p:nvPr>
            <p:ph idx="1" type="subTitle"/>
          </p:nvPr>
        </p:nvSpPr>
        <p:spPr>
          <a:xfrm>
            <a:off x="2572525" y="222182"/>
            <a:ext cx="1668600" cy="541500"/>
          </a:xfrm>
          <a:prstGeom prst="rect">
            <a:avLst/>
          </a:prstGeom>
        </p:spPr>
        <p:txBody>
          <a:bodyPr anchorCtr="0" anchor="t" bIns="0" lIns="18287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2" name="Google Shape;272;p29"/>
          <p:cNvSpPr txBox="1"/>
          <p:nvPr>
            <p:ph idx="2" type="subTitle"/>
          </p:nvPr>
        </p:nvSpPr>
        <p:spPr>
          <a:xfrm>
            <a:off x="5451394" y="204925"/>
            <a:ext cx="3210600" cy="54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3" name="Google Shape;273;p29"/>
          <p:cNvSpPr txBox="1"/>
          <p:nvPr>
            <p:ph idx="3" type="subTitle"/>
          </p:nvPr>
        </p:nvSpPr>
        <p:spPr>
          <a:xfrm>
            <a:off x="2572525" y="883977"/>
            <a:ext cx="1668600" cy="541500"/>
          </a:xfrm>
          <a:prstGeom prst="rect">
            <a:avLst/>
          </a:prstGeom>
        </p:spPr>
        <p:txBody>
          <a:bodyPr anchorCtr="0" anchor="t" bIns="0" lIns="18287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4" name="Google Shape;274;p29"/>
          <p:cNvSpPr txBox="1"/>
          <p:nvPr>
            <p:ph idx="4" type="subTitle"/>
          </p:nvPr>
        </p:nvSpPr>
        <p:spPr>
          <a:xfrm>
            <a:off x="5451394" y="866720"/>
            <a:ext cx="3210600" cy="54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5" type="subTitle"/>
          </p:nvPr>
        </p:nvSpPr>
        <p:spPr>
          <a:xfrm>
            <a:off x="2572525" y="1563021"/>
            <a:ext cx="1668600" cy="541500"/>
          </a:xfrm>
          <a:prstGeom prst="rect">
            <a:avLst/>
          </a:prstGeom>
        </p:spPr>
        <p:txBody>
          <a:bodyPr anchorCtr="0" anchor="t" bIns="0" lIns="18287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6" type="subTitle"/>
          </p:nvPr>
        </p:nvSpPr>
        <p:spPr>
          <a:xfrm>
            <a:off x="5451394" y="1545765"/>
            <a:ext cx="3210600" cy="54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7" type="subTitle"/>
          </p:nvPr>
        </p:nvSpPr>
        <p:spPr>
          <a:xfrm>
            <a:off x="2572525" y="2259336"/>
            <a:ext cx="1668600" cy="541500"/>
          </a:xfrm>
          <a:prstGeom prst="rect">
            <a:avLst/>
          </a:prstGeom>
        </p:spPr>
        <p:txBody>
          <a:bodyPr anchorCtr="0" anchor="t" bIns="0" lIns="18287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8" name="Google Shape;278;p29"/>
          <p:cNvSpPr txBox="1"/>
          <p:nvPr>
            <p:ph idx="8" type="subTitle"/>
          </p:nvPr>
        </p:nvSpPr>
        <p:spPr>
          <a:xfrm>
            <a:off x="5451394" y="2242079"/>
            <a:ext cx="3210600" cy="54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9" name="Google Shape;279;p29"/>
          <p:cNvSpPr txBox="1"/>
          <p:nvPr>
            <p:ph idx="9" type="subTitle"/>
          </p:nvPr>
        </p:nvSpPr>
        <p:spPr>
          <a:xfrm>
            <a:off x="2572525" y="2972875"/>
            <a:ext cx="1668600" cy="541500"/>
          </a:xfrm>
          <a:prstGeom prst="rect">
            <a:avLst/>
          </a:prstGeom>
        </p:spPr>
        <p:txBody>
          <a:bodyPr anchorCtr="0" anchor="t" bIns="0" lIns="18287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0" name="Google Shape;280;p29"/>
          <p:cNvSpPr txBox="1"/>
          <p:nvPr>
            <p:ph idx="13" type="subTitle"/>
          </p:nvPr>
        </p:nvSpPr>
        <p:spPr>
          <a:xfrm>
            <a:off x="5451394" y="2955618"/>
            <a:ext cx="3210600" cy="541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81" name="Google Shape;281;p29" title="Group 48096618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517600"/>
            <a:ext cx="2267724" cy="2182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Mistral - Light">
  <p:cSld name="BLANK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30"/>
          <p:cNvSpPr txBox="1"/>
          <p:nvPr>
            <p:ph type="title"/>
          </p:nvPr>
        </p:nvSpPr>
        <p:spPr>
          <a:xfrm>
            <a:off x="482050" y="204925"/>
            <a:ext cx="65445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5" name="Google Shape;285;p30"/>
          <p:cNvSpPr txBox="1"/>
          <p:nvPr>
            <p:ph idx="1" type="subTitle"/>
          </p:nvPr>
        </p:nvSpPr>
        <p:spPr>
          <a:xfrm>
            <a:off x="482050" y="4017350"/>
            <a:ext cx="3139200" cy="237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0"/>
          <p:cNvSpPr txBox="1"/>
          <p:nvPr>
            <p:ph idx="2" type="subTitle"/>
          </p:nvPr>
        </p:nvSpPr>
        <p:spPr>
          <a:xfrm>
            <a:off x="482050" y="4403850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7" name="Google Shape;287;p30"/>
          <p:cNvSpPr txBox="1"/>
          <p:nvPr>
            <p:ph idx="3" type="subTitle"/>
          </p:nvPr>
        </p:nvSpPr>
        <p:spPr>
          <a:xfrm>
            <a:off x="3621050" y="4017350"/>
            <a:ext cx="3139200" cy="237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30"/>
          <p:cNvSpPr txBox="1"/>
          <p:nvPr>
            <p:ph idx="4" type="subTitle"/>
          </p:nvPr>
        </p:nvSpPr>
        <p:spPr>
          <a:xfrm>
            <a:off x="3621050" y="4403850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Mistral - Dark">
  <p:cSld name="BLANK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1" name="Google Shape;291;p31"/>
          <p:cNvSpPr txBox="1"/>
          <p:nvPr>
            <p:ph idx="1" type="subTitle"/>
          </p:nvPr>
        </p:nvSpPr>
        <p:spPr>
          <a:xfrm>
            <a:off x="482050" y="4017350"/>
            <a:ext cx="3139200" cy="237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" name="Google Shape;292;p31"/>
          <p:cNvSpPr txBox="1"/>
          <p:nvPr>
            <p:ph idx="2" type="subTitle"/>
          </p:nvPr>
        </p:nvSpPr>
        <p:spPr>
          <a:xfrm>
            <a:off x="482050" y="4403850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31"/>
          <p:cNvSpPr txBox="1"/>
          <p:nvPr>
            <p:ph type="title"/>
          </p:nvPr>
        </p:nvSpPr>
        <p:spPr>
          <a:xfrm>
            <a:off x="482050" y="204925"/>
            <a:ext cx="71379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p31"/>
          <p:cNvSpPr txBox="1"/>
          <p:nvPr>
            <p:ph idx="3" type="subTitle"/>
          </p:nvPr>
        </p:nvSpPr>
        <p:spPr>
          <a:xfrm>
            <a:off x="3621050" y="4017350"/>
            <a:ext cx="3139200" cy="237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1" sz="1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5" name="Google Shape;295;p31"/>
          <p:cNvSpPr txBox="1"/>
          <p:nvPr>
            <p:ph idx="4" type="subTitle"/>
          </p:nvPr>
        </p:nvSpPr>
        <p:spPr>
          <a:xfrm>
            <a:off x="3621050" y="4403850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Covers - Dark">
  <p:cSld name="BLANK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p32"/>
          <p:cNvSpPr txBox="1"/>
          <p:nvPr>
            <p:ph type="title"/>
          </p:nvPr>
        </p:nvSpPr>
        <p:spPr>
          <a:xfrm>
            <a:off x="482050" y="3063750"/>
            <a:ext cx="6089400" cy="16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9" name="Google Shape;299;p32"/>
          <p:cNvSpPr txBox="1"/>
          <p:nvPr>
            <p:ph idx="2" type="title"/>
          </p:nvPr>
        </p:nvSpPr>
        <p:spPr>
          <a:xfrm>
            <a:off x="482050" y="1967975"/>
            <a:ext cx="60894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None/>
              <a:defRPr b="1" sz="6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Covers - Light">
  <p:cSld name="BLANK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33"/>
          <p:cNvSpPr txBox="1"/>
          <p:nvPr>
            <p:ph type="title"/>
          </p:nvPr>
        </p:nvSpPr>
        <p:spPr>
          <a:xfrm>
            <a:off x="482050" y="3063750"/>
            <a:ext cx="6089400" cy="16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" name="Google Shape;303;p33"/>
          <p:cNvSpPr txBox="1"/>
          <p:nvPr>
            <p:ph idx="2" type="title"/>
          </p:nvPr>
        </p:nvSpPr>
        <p:spPr>
          <a:xfrm>
            <a:off x="482050" y="1967975"/>
            <a:ext cx="60894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200"/>
              <a:buNone/>
              <a:defRPr b="1" sz="6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s - Dark">
  <p:cSld name="BLANK_1_1">
    <p:bg>
      <p:bgPr>
        <a:solidFill>
          <a:schemeClr val="dk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4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p34"/>
          <p:cNvSpPr/>
          <p:nvPr/>
        </p:nvSpPr>
        <p:spPr>
          <a:xfrm>
            <a:off x="482050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4"/>
          <p:cNvSpPr/>
          <p:nvPr/>
        </p:nvSpPr>
        <p:spPr>
          <a:xfrm>
            <a:off x="1128317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4"/>
          <p:cNvSpPr/>
          <p:nvPr/>
        </p:nvSpPr>
        <p:spPr>
          <a:xfrm>
            <a:off x="1774584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4"/>
          <p:cNvSpPr/>
          <p:nvPr/>
        </p:nvSpPr>
        <p:spPr>
          <a:xfrm>
            <a:off x="2420851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4"/>
          <p:cNvSpPr/>
          <p:nvPr/>
        </p:nvSpPr>
        <p:spPr>
          <a:xfrm>
            <a:off x="3067118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4"/>
          <p:cNvSpPr/>
          <p:nvPr/>
        </p:nvSpPr>
        <p:spPr>
          <a:xfrm>
            <a:off x="3713385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4"/>
          <p:cNvSpPr/>
          <p:nvPr/>
        </p:nvSpPr>
        <p:spPr>
          <a:xfrm>
            <a:off x="4359652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4"/>
          <p:cNvSpPr/>
          <p:nvPr/>
        </p:nvSpPr>
        <p:spPr>
          <a:xfrm>
            <a:off x="5005919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4"/>
          <p:cNvSpPr/>
          <p:nvPr/>
        </p:nvSpPr>
        <p:spPr>
          <a:xfrm>
            <a:off x="5652186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4"/>
          <p:cNvSpPr/>
          <p:nvPr/>
        </p:nvSpPr>
        <p:spPr>
          <a:xfrm>
            <a:off x="6298453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4"/>
          <p:cNvSpPr/>
          <p:nvPr/>
        </p:nvSpPr>
        <p:spPr>
          <a:xfrm>
            <a:off x="6944720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4"/>
          <p:cNvSpPr/>
          <p:nvPr/>
        </p:nvSpPr>
        <p:spPr>
          <a:xfrm>
            <a:off x="7590988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4"/>
          <p:cNvSpPr/>
          <p:nvPr/>
        </p:nvSpPr>
        <p:spPr>
          <a:xfrm>
            <a:off x="8211238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4"/>
          <p:cNvSpPr/>
          <p:nvPr/>
        </p:nvSpPr>
        <p:spPr>
          <a:xfrm>
            <a:off x="482050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4"/>
          <p:cNvSpPr/>
          <p:nvPr/>
        </p:nvSpPr>
        <p:spPr>
          <a:xfrm>
            <a:off x="1128317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4"/>
          <p:cNvSpPr/>
          <p:nvPr/>
        </p:nvSpPr>
        <p:spPr>
          <a:xfrm>
            <a:off x="1774584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4"/>
          <p:cNvSpPr/>
          <p:nvPr/>
        </p:nvSpPr>
        <p:spPr>
          <a:xfrm>
            <a:off x="2420851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4"/>
          <p:cNvSpPr/>
          <p:nvPr/>
        </p:nvSpPr>
        <p:spPr>
          <a:xfrm>
            <a:off x="3067118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4"/>
          <p:cNvSpPr/>
          <p:nvPr/>
        </p:nvSpPr>
        <p:spPr>
          <a:xfrm>
            <a:off x="3713385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4"/>
          <p:cNvSpPr/>
          <p:nvPr/>
        </p:nvSpPr>
        <p:spPr>
          <a:xfrm>
            <a:off x="4359652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4"/>
          <p:cNvSpPr/>
          <p:nvPr/>
        </p:nvSpPr>
        <p:spPr>
          <a:xfrm>
            <a:off x="5005919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4"/>
          <p:cNvSpPr/>
          <p:nvPr/>
        </p:nvSpPr>
        <p:spPr>
          <a:xfrm>
            <a:off x="5652186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4"/>
          <p:cNvSpPr/>
          <p:nvPr/>
        </p:nvSpPr>
        <p:spPr>
          <a:xfrm>
            <a:off x="6298453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4"/>
          <p:cNvSpPr/>
          <p:nvPr/>
        </p:nvSpPr>
        <p:spPr>
          <a:xfrm>
            <a:off x="6944720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4"/>
          <p:cNvSpPr/>
          <p:nvPr/>
        </p:nvSpPr>
        <p:spPr>
          <a:xfrm>
            <a:off x="7590988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4"/>
          <p:cNvSpPr/>
          <p:nvPr/>
        </p:nvSpPr>
        <p:spPr>
          <a:xfrm>
            <a:off x="8211238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4"/>
          <p:cNvSpPr/>
          <p:nvPr/>
        </p:nvSpPr>
        <p:spPr>
          <a:xfrm>
            <a:off x="482050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4"/>
          <p:cNvSpPr/>
          <p:nvPr/>
        </p:nvSpPr>
        <p:spPr>
          <a:xfrm>
            <a:off x="1128317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4"/>
          <p:cNvSpPr/>
          <p:nvPr/>
        </p:nvSpPr>
        <p:spPr>
          <a:xfrm>
            <a:off x="1774584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4"/>
          <p:cNvSpPr/>
          <p:nvPr/>
        </p:nvSpPr>
        <p:spPr>
          <a:xfrm>
            <a:off x="2420851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4"/>
          <p:cNvSpPr/>
          <p:nvPr/>
        </p:nvSpPr>
        <p:spPr>
          <a:xfrm>
            <a:off x="3067118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/>
          <p:nvPr/>
        </p:nvSpPr>
        <p:spPr>
          <a:xfrm>
            <a:off x="3713385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/>
          <p:nvPr/>
        </p:nvSpPr>
        <p:spPr>
          <a:xfrm>
            <a:off x="4359652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4"/>
          <p:cNvSpPr/>
          <p:nvPr/>
        </p:nvSpPr>
        <p:spPr>
          <a:xfrm>
            <a:off x="5005919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4"/>
          <p:cNvSpPr/>
          <p:nvPr/>
        </p:nvSpPr>
        <p:spPr>
          <a:xfrm>
            <a:off x="5652186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/>
          <p:nvPr/>
        </p:nvSpPr>
        <p:spPr>
          <a:xfrm>
            <a:off x="6298453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4"/>
          <p:cNvSpPr/>
          <p:nvPr/>
        </p:nvSpPr>
        <p:spPr>
          <a:xfrm>
            <a:off x="6944720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4"/>
          <p:cNvSpPr/>
          <p:nvPr/>
        </p:nvSpPr>
        <p:spPr>
          <a:xfrm>
            <a:off x="7590988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8211238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4"/>
          <p:cNvSpPr/>
          <p:nvPr/>
        </p:nvSpPr>
        <p:spPr>
          <a:xfrm>
            <a:off x="482050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4"/>
          <p:cNvSpPr/>
          <p:nvPr/>
        </p:nvSpPr>
        <p:spPr>
          <a:xfrm>
            <a:off x="1128317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4"/>
          <p:cNvSpPr/>
          <p:nvPr/>
        </p:nvSpPr>
        <p:spPr>
          <a:xfrm>
            <a:off x="1774584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4"/>
          <p:cNvSpPr/>
          <p:nvPr/>
        </p:nvSpPr>
        <p:spPr>
          <a:xfrm>
            <a:off x="2420851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4"/>
          <p:cNvSpPr/>
          <p:nvPr/>
        </p:nvSpPr>
        <p:spPr>
          <a:xfrm>
            <a:off x="3067118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4"/>
          <p:cNvSpPr/>
          <p:nvPr/>
        </p:nvSpPr>
        <p:spPr>
          <a:xfrm>
            <a:off x="3713385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4"/>
          <p:cNvSpPr/>
          <p:nvPr/>
        </p:nvSpPr>
        <p:spPr>
          <a:xfrm>
            <a:off x="4359652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4"/>
          <p:cNvSpPr/>
          <p:nvPr/>
        </p:nvSpPr>
        <p:spPr>
          <a:xfrm>
            <a:off x="5005919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4"/>
          <p:cNvSpPr/>
          <p:nvPr/>
        </p:nvSpPr>
        <p:spPr>
          <a:xfrm>
            <a:off x="5652186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/>
          <p:nvPr/>
        </p:nvSpPr>
        <p:spPr>
          <a:xfrm>
            <a:off x="6298453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4"/>
          <p:cNvSpPr/>
          <p:nvPr/>
        </p:nvSpPr>
        <p:spPr>
          <a:xfrm>
            <a:off x="6944720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4"/>
          <p:cNvSpPr/>
          <p:nvPr/>
        </p:nvSpPr>
        <p:spPr>
          <a:xfrm>
            <a:off x="7590988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4"/>
          <p:cNvSpPr/>
          <p:nvPr/>
        </p:nvSpPr>
        <p:spPr>
          <a:xfrm>
            <a:off x="8211238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4"/>
          <p:cNvSpPr/>
          <p:nvPr/>
        </p:nvSpPr>
        <p:spPr>
          <a:xfrm>
            <a:off x="482050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4"/>
          <p:cNvSpPr/>
          <p:nvPr/>
        </p:nvSpPr>
        <p:spPr>
          <a:xfrm>
            <a:off x="1128317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4"/>
          <p:cNvSpPr/>
          <p:nvPr/>
        </p:nvSpPr>
        <p:spPr>
          <a:xfrm>
            <a:off x="1774584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4"/>
          <p:cNvSpPr/>
          <p:nvPr/>
        </p:nvSpPr>
        <p:spPr>
          <a:xfrm>
            <a:off x="2420851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4"/>
          <p:cNvSpPr/>
          <p:nvPr/>
        </p:nvSpPr>
        <p:spPr>
          <a:xfrm>
            <a:off x="3067118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4"/>
          <p:cNvSpPr/>
          <p:nvPr/>
        </p:nvSpPr>
        <p:spPr>
          <a:xfrm>
            <a:off x="3713385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4"/>
          <p:cNvSpPr/>
          <p:nvPr/>
        </p:nvSpPr>
        <p:spPr>
          <a:xfrm>
            <a:off x="4359652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4"/>
          <p:cNvSpPr/>
          <p:nvPr/>
        </p:nvSpPr>
        <p:spPr>
          <a:xfrm>
            <a:off x="5005919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4"/>
          <p:cNvSpPr/>
          <p:nvPr/>
        </p:nvSpPr>
        <p:spPr>
          <a:xfrm>
            <a:off x="5652186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4"/>
          <p:cNvSpPr/>
          <p:nvPr/>
        </p:nvSpPr>
        <p:spPr>
          <a:xfrm>
            <a:off x="6298453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4"/>
          <p:cNvSpPr/>
          <p:nvPr/>
        </p:nvSpPr>
        <p:spPr>
          <a:xfrm>
            <a:off x="6944720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4"/>
          <p:cNvSpPr/>
          <p:nvPr/>
        </p:nvSpPr>
        <p:spPr>
          <a:xfrm>
            <a:off x="7590988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4"/>
          <p:cNvSpPr/>
          <p:nvPr/>
        </p:nvSpPr>
        <p:spPr>
          <a:xfrm>
            <a:off x="8211238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4"/>
          <p:cNvSpPr/>
          <p:nvPr/>
        </p:nvSpPr>
        <p:spPr>
          <a:xfrm>
            <a:off x="482050" y="425174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4"/>
          <p:cNvSpPr/>
          <p:nvPr/>
        </p:nvSpPr>
        <p:spPr>
          <a:xfrm>
            <a:off x="1128317" y="425174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4"/>
          <p:cNvSpPr/>
          <p:nvPr/>
        </p:nvSpPr>
        <p:spPr>
          <a:xfrm>
            <a:off x="1774584" y="425174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4"/>
          <p:cNvSpPr/>
          <p:nvPr>
            <p:ph idx="2" type="pic"/>
          </p:nvPr>
        </p:nvSpPr>
        <p:spPr>
          <a:xfrm>
            <a:off x="537100" y="120602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34"/>
          <p:cNvSpPr/>
          <p:nvPr>
            <p:ph idx="3" type="pic"/>
          </p:nvPr>
        </p:nvSpPr>
        <p:spPr>
          <a:xfrm>
            <a:off x="1183350" y="120602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76" name="Google Shape;376;p34"/>
          <p:cNvSpPr/>
          <p:nvPr>
            <p:ph idx="4" type="pic"/>
          </p:nvPr>
        </p:nvSpPr>
        <p:spPr>
          <a:xfrm>
            <a:off x="1829638" y="120602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34"/>
          <p:cNvSpPr/>
          <p:nvPr>
            <p:ph idx="5" type="pic"/>
          </p:nvPr>
        </p:nvSpPr>
        <p:spPr>
          <a:xfrm>
            <a:off x="2475888" y="120602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34"/>
          <p:cNvSpPr/>
          <p:nvPr>
            <p:ph idx="6" type="pic"/>
          </p:nvPr>
        </p:nvSpPr>
        <p:spPr>
          <a:xfrm>
            <a:off x="3122150" y="120602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34"/>
          <p:cNvSpPr/>
          <p:nvPr>
            <p:ph idx="7" type="pic"/>
          </p:nvPr>
        </p:nvSpPr>
        <p:spPr>
          <a:xfrm>
            <a:off x="3768438" y="120602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34"/>
          <p:cNvSpPr/>
          <p:nvPr>
            <p:ph idx="8" type="pic"/>
          </p:nvPr>
        </p:nvSpPr>
        <p:spPr>
          <a:xfrm>
            <a:off x="4414688" y="120602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34"/>
          <p:cNvSpPr/>
          <p:nvPr>
            <p:ph idx="9" type="pic"/>
          </p:nvPr>
        </p:nvSpPr>
        <p:spPr>
          <a:xfrm>
            <a:off x="5060950" y="120602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34"/>
          <p:cNvSpPr/>
          <p:nvPr>
            <p:ph idx="13" type="pic"/>
          </p:nvPr>
        </p:nvSpPr>
        <p:spPr>
          <a:xfrm>
            <a:off x="5707238" y="120602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34"/>
          <p:cNvSpPr/>
          <p:nvPr>
            <p:ph idx="14" type="pic"/>
          </p:nvPr>
        </p:nvSpPr>
        <p:spPr>
          <a:xfrm>
            <a:off x="6353488" y="120602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34"/>
          <p:cNvSpPr/>
          <p:nvPr>
            <p:ph idx="15" type="pic"/>
          </p:nvPr>
        </p:nvSpPr>
        <p:spPr>
          <a:xfrm>
            <a:off x="6999763" y="120602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34"/>
          <p:cNvSpPr/>
          <p:nvPr>
            <p:ph idx="16" type="pic"/>
          </p:nvPr>
        </p:nvSpPr>
        <p:spPr>
          <a:xfrm>
            <a:off x="7646058" y="120602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34"/>
          <p:cNvSpPr/>
          <p:nvPr>
            <p:ph idx="17" type="pic"/>
          </p:nvPr>
        </p:nvSpPr>
        <p:spPr>
          <a:xfrm>
            <a:off x="8266308" y="120602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34"/>
          <p:cNvSpPr/>
          <p:nvPr>
            <p:ph idx="18" type="pic"/>
          </p:nvPr>
        </p:nvSpPr>
        <p:spPr>
          <a:xfrm>
            <a:off x="537100" y="18238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34"/>
          <p:cNvSpPr/>
          <p:nvPr>
            <p:ph idx="19" type="pic"/>
          </p:nvPr>
        </p:nvSpPr>
        <p:spPr>
          <a:xfrm>
            <a:off x="1183350" y="18238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34"/>
          <p:cNvSpPr/>
          <p:nvPr>
            <p:ph idx="20" type="pic"/>
          </p:nvPr>
        </p:nvSpPr>
        <p:spPr>
          <a:xfrm>
            <a:off x="1829638" y="18238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34"/>
          <p:cNvSpPr/>
          <p:nvPr>
            <p:ph idx="21" type="pic"/>
          </p:nvPr>
        </p:nvSpPr>
        <p:spPr>
          <a:xfrm>
            <a:off x="2475888" y="18238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34"/>
          <p:cNvSpPr/>
          <p:nvPr>
            <p:ph idx="22" type="pic"/>
          </p:nvPr>
        </p:nvSpPr>
        <p:spPr>
          <a:xfrm>
            <a:off x="3122150" y="18238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34"/>
          <p:cNvSpPr/>
          <p:nvPr>
            <p:ph idx="23" type="pic"/>
          </p:nvPr>
        </p:nvSpPr>
        <p:spPr>
          <a:xfrm>
            <a:off x="3768438" y="18238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34"/>
          <p:cNvSpPr/>
          <p:nvPr>
            <p:ph idx="24" type="pic"/>
          </p:nvPr>
        </p:nvSpPr>
        <p:spPr>
          <a:xfrm>
            <a:off x="4414688" y="18238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34"/>
          <p:cNvSpPr/>
          <p:nvPr>
            <p:ph idx="25" type="pic"/>
          </p:nvPr>
        </p:nvSpPr>
        <p:spPr>
          <a:xfrm>
            <a:off x="5060950" y="18238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34"/>
          <p:cNvSpPr/>
          <p:nvPr>
            <p:ph idx="26" type="pic"/>
          </p:nvPr>
        </p:nvSpPr>
        <p:spPr>
          <a:xfrm>
            <a:off x="5707238" y="18238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34"/>
          <p:cNvSpPr/>
          <p:nvPr>
            <p:ph idx="27" type="pic"/>
          </p:nvPr>
        </p:nvSpPr>
        <p:spPr>
          <a:xfrm>
            <a:off x="6353488" y="18238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34"/>
          <p:cNvSpPr/>
          <p:nvPr>
            <p:ph idx="28" type="pic"/>
          </p:nvPr>
        </p:nvSpPr>
        <p:spPr>
          <a:xfrm>
            <a:off x="6999763" y="18238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34"/>
          <p:cNvSpPr/>
          <p:nvPr>
            <p:ph idx="29" type="pic"/>
          </p:nvPr>
        </p:nvSpPr>
        <p:spPr>
          <a:xfrm>
            <a:off x="7646058" y="18238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34"/>
          <p:cNvSpPr/>
          <p:nvPr>
            <p:ph idx="30" type="pic"/>
          </p:nvPr>
        </p:nvSpPr>
        <p:spPr>
          <a:xfrm>
            <a:off x="8266308" y="18238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34"/>
          <p:cNvSpPr/>
          <p:nvPr>
            <p:ph idx="31" type="pic"/>
          </p:nvPr>
        </p:nvSpPr>
        <p:spPr>
          <a:xfrm>
            <a:off x="537100" y="2446738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34"/>
          <p:cNvSpPr/>
          <p:nvPr>
            <p:ph idx="32" type="pic"/>
          </p:nvPr>
        </p:nvSpPr>
        <p:spPr>
          <a:xfrm>
            <a:off x="1183350" y="2446738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34"/>
          <p:cNvSpPr/>
          <p:nvPr>
            <p:ph idx="33" type="pic"/>
          </p:nvPr>
        </p:nvSpPr>
        <p:spPr>
          <a:xfrm>
            <a:off x="1829638" y="2446738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34"/>
          <p:cNvSpPr/>
          <p:nvPr>
            <p:ph idx="34" type="pic"/>
          </p:nvPr>
        </p:nvSpPr>
        <p:spPr>
          <a:xfrm>
            <a:off x="2475888" y="2446738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4"/>
          <p:cNvSpPr/>
          <p:nvPr>
            <p:ph idx="35" type="pic"/>
          </p:nvPr>
        </p:nvSpPr>
        <p:spPr>
          <a:xfrm>
            <a:off x="3122150" y="2446738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4"/>
          <p:cNvSpPr/>
          <p:nvPr>
            <p:ph idx="36" type="pic"/>
          </p:nvPr>
        </p:nvSpPr>
        <p:spPr>
          <a:xfrm>
            <a:off x="3768438" y="2446738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34"/>
          <p:cNvSpPr/>
          <p:nvPr>
            <p:ph idx="37" type="pic"/>
          </p:nvPr>
        </p:nvSpPr>
        <p:spPr>
          <a:xfrm>
            <a:off x="4414688" y="2446738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34"/>
          <p:cNvSpPr/>
          <p:nvPr>
            <p:ph idx="38" type="pic"/>
          </p:nvPr>
        </p:nvSpPr>
        <p:spPr>
          <a:xfrm>
            <a:off x="5060950" y="2446738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34"/>
          <p:cNvSpPr/>
          <p:nvPr>
            <p:ph idx="39" type="pic"/>
          </p:nvPr>
        </p:nvSpPr>
        <p:spPr>
          <a:xfrm>
            <a:off x="5707238" y="2446738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34"/>
          <p:cNvSpPr/>
          <p:nvPr>
            <p:ph idx="40" type="pic"/>
          </p:nvPr>
        </p:nvSpPr>
        <p:spPr>
          <a:xfrm>
            <a:off x="6353488" y="2446738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34"/>
          <p:cNvSpPr/>
          <p:nvPr>
            <p:ph idx="41" type="pic"/>
          </p:nvPr>
        </p:nvSpPr>
        <p:spPr>
          <a:xfrm>
            <a:off x="6999763" y="2446738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11" name="Google Shape;411;p34"/>
          <p:cNvSpPr/>
          <p:nvPr>
            <p:ph idx="42" type="pic"/>
          </p:nvPr>
        </p:nvSpPr>
        <p:spPr>
          <a:xfrm>
            <a:off x="7646058" y="2446738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4"/>
          <p:cNvSpPr/>
          <p:nvPr>
            <p:ph idx="43" type="pic"/>
          </p:nvPr>
        </p:nvSpPr>
        <p:spPr>
          <a:xfrm>
            <a:off x="8266308" y="2446738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4"/>
          <p:cNvSpPr/>
          <p:nvPr>
            <p:ph idx="44" type="pic"/>
          </p:nvPr>
        </p:nvSpPr>
        <p:spPr>
          <a:xfrm>
            <a:off x="537100" y="30645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34"/>
          <p:cNvSpPr/>
          <p:nvPr>
            <p:ph idx="45" type="pic"/>
          </p:nvPr>
        </p:nvSpPr>
        <p:spPr>
          <a:xfrm>
            <a:off x="1183350" y="30645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4"/>
          <p:cNvSpPr/>
          <p:nvPr>
            <p:ph idx="46" type="pic"/>
          </p:nvPr>
        </p:nvSpPr>
        <p:spPr>
          <a:xfrm>
            <a:off x="1829638" y="30645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34"/>
          <p:cNvSpPr/>
          <p:nvPr>
            <p:ph idx="47" type="pic"/>
          </p:nvPr>
        </p:nvSpPr>
        <p:spPr>
          <a:xfrm>
            <a:off x="2475888" y="30645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17" name="Google Shape;417;p34"/>
          <p:cNvSpPr/>
          <p:nvPr>
            <p:ph idx="48" type="pic"/>
          </p:nvPr>
        </p:nvSpPr>
        <p:spPr>
          <a:xfrm>
            <a:off x="3122150" y="30645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34"/>
          <p:cNvSpPr/>
          <p:nvPr>
            <p:ph idx="49" type="pic"/>
          </p:nvPr>
        </p:nvSpPr>
        <p:spPr>
          <a:xfrm>
            <a:off x="3768438" y="30645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34"/>
          <p:cNvSpPr/>
          <p:nvPr>
            <p:ph idx="50" type="pic"/>
          </p:nvPr>
        </p:nvSpPr>
        <p:spPr>
          <a:xfrm>
            <a:off x="4414688" y="30645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34"/>
          <p:cNvSpPr/>
          <p:nvPr>
            <p:ph idx="51" type="pic"/>
          </p:nvPr>
        </p:nvSpPr>
        <p:spPr>
          <a:xfrm>
            <a:off x="5060950" y="30645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34"/>
          <p:cNvSpPr/>
          <p:nvPr>
            <p:ph idx="52" type="pic"/>
          </p:nvPr>
        </p:nvSpPr>
        <p:spPr>
          <a:xfrm>
            <a:off x="5707238" y="30645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34"/>
          <p:cNvSpPr/>
          <p:nvPr>
            <p:ph idx="53" type="pic"/>
          </p:nvPr>
        </p:nvSpPr>
        <p:spPr>
          <a:xfrm>
            <a:off x="6353488" y="30645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34"/>
          <p:cNvSpPr/>
          <p:nvPr>
            <p:ph idx="54" type="pic"/>
          </p:nvPr>
        </p:nvSpPr>
        <p:spPr>
          <a:xfrm>
            <a:off x="6999763" y="30645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34"/>
          <p:cNvSpPr/>
          <p:nvPr>
            <p:ph idx="55" type="pic"/>
          </p:nvPr>
        </p:nvSpPr>
        <p:spPr>
          <a:xfrm>
            <a:off x="7646058" y="30645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34"/>
          <p:cNvSpPr/>
          <p:nvPr>
            <p:ph idx="56" type="pic"/>
          </p:nvPr>
        </p:nvSpPr>
        <p:spPr>
          <a:xfrm>
            <a:off x="8266308" y="306457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34"/>
          <p:cNvSpPr/>
          <p:nvPr>
            <p:ph idx="57" type="pic"/>
          </p:nvPr>
        </p:nvSpPr>
        <p:spPr>
          <a:xfrm>
            <a:off x="537100" y="3687450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34"/>
          <p:cNvSpPr/>
          <p:nvPr>
            <p:ph idx="58" type="pic"/>
          </p:nvPr>
        </p:nvSpPr>
        <p:spPr>
          <a:xfrm>
            <a:off x="1183350" y="3687450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34"/>
          <p:cNvSpPr/>
          <p:nvPr>
            <p:ph idx="59" type="pic"/>
          </p:nvPr>
        </p:nvSpPr>
        <p:spPr>
          <a:xfrm>
            <a:off x="1829638" y="3687450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34"/>
          <p:cNvSpPr/>
          <p:nvPr>
            <p:ph idx="60" type="pic"/>
          </p:nvPr>
        </p:nvSpPr>
        <p:spPr>
          <a:xfrm>
            <a:off x="2475888" y="3687450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34"/>
          <p:cNvSpPr/>
          <p:nvPr>
            <p:ph idx="61" type="pic"/>
          </p:nvPr>
        </p:nvSpPr>
        <p:spPr>
          <a:xfrm>
            <a:off x="3122150" y="3687450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4"/>
          <p:cNvSpPr/>
          <p:nvPr>
            <p:ph idx="62" type="pic"/>
          </p:nvPr>
        </p:nvSpPr>
        <p:spPr>
          <a:xfrm>
            <a:off x="3768438" y="3687450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4"/>
          <p:cNvSpPr/>
          <p:nvPr>
            <p:ph idx="63" type="pic"/>
          </p:nvPr>
        </p:nvSpPr>
        <p:spPr>
          <a:xfrm>
            <a:off x="4414688" y="3687450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4"/>
          <p:cNvSpPr/>
          <p:nvPr>
            <p:ph idx="64" type="pic"/>
          </p:nvPr>
        </p:nvSpPr>
        <p:spPr>
          <a:xfrm>
            <a:off x="5060950" y="3687450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34"/>
          <p:cNvSpPr/>
          <p:nvPr>
            <p:ph idx="65" type="pic"/>
          </p:nvPr>
        </p:nvSpPr>
        <p:spPr>
          <a:xfrm>
            <a:off x="5707238" y="3687450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34"/>
          <p:cNvSpPr/>
          <p:nvPr>
            <p:ph idx="66" type="pic"/>
          </p:nvPr>
        </p:nvSpPr>
        <p:spPr>
          <a:xfrm>
            <a:off x="6353488" y="3687450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34"/>
          <p:cNvSpPr/>
          <p:nvPr>
            <p:ph idx="67" type="pic"/>
          </p:nvPr>
        </p:nvSpPr>
        <p:spPr>
          <a:xfrm>
            <a:off x="6999763" y="3687450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34"/>
          <p:cNvSpPr/>
          <p:nvPr>
            <p:ph idx="68" type="pic"/>
          </p:nvPr>
        </p:nvSpPr>
        <p:spPr>
          <a:xfrm>
            <a:off x="7646058" y="3687450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38" name="Google Shape;438;p34"/>
          <p:cNvSpPr/>
          <p:nvPr>
            <p:ph idx="69" type="pic"/>
          </p:nvPr>
        </p:nvSpPr>
        <p:spPr>
          <a:xfrm>
            <a:off x="8266308" y="3687450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39" name="Google Shape;439;p34"/>
          <p:cNvSpPr/>
          <p:nvPr>
            <p:ph idx="70" type="pic"/>
          </p:nvPr>
        </p:nvSpPr>
        <p:spPr>
          <a:xfrm>
            <a:off x="537100" y="431032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40" name="Google Shape;440;p34"/>
          <p:cNvSpPr/>
          <p:nvPr>
            <p:ph idx="71" type="pic"/>
          </p:nvPr>
        </p:nvSpPr>
        <p:spPr>
          <a:xfrm>
            <a:off x="1183350" y="431032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34"/>
          <p:cNvSpPr/>
          <p:nvPr>
            <p:ph idx="72" type="pic"/>
          </p:nvPr>
        </p:nvSpPr>
        <p:spPr>
          <a:xfrm>
            <a:off x="1829638" y="4310325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42" name="Google Shape;442;p34"/>
          <p:cNvSpPr/>
          <p:nvPr/>
        </p:nvSpPr>
        <p:spPr>
          <a:xfrm>
            <a:off x="2420851" y="425174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3067118" y="425174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4"/>
          <p:cNvSpPr/>
          <p:nvPr/>
        </p:nvSpPr>
        <p:spPr>
          <a:xfrm>
            <a:off x="3713385" y="425174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4"/>
          <p:cNvSpPr/>
          <p:nvPr>
            <p:ph idx="73" type="pic"/>
          </p:nvPr>
        </p:nvSpPr>
        <p:spPr>
          <a:xfrm>
            <a:off x="2475888" y="4305300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34"/>
          <p:cNvSpPr/>
          <p:nvPr>
            <p:ph idx="74" type="pic"/>
          </p:nvPr>
        </p:nvSpPr>
        <p:spPr>
          <a:xfrm>
            <a:off x="3122150" y="4305300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34"/>
          <p:cNvSpPr/>
          <p:nvPr>
            <p:ph idx="75" type="pic"/>
          </p:nvPr>
        </p:nvSpPr>
        <p:spPr>
          <a:xfrm>
            <a:off x="3768438" y="4305300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34"/>
          <p:cNvSpPr/>
          <p:nvPr/>
        </p:nvSpPr>
        <p:spPr>
          <a:xfrm>
            <a:off x="4359652" y="425174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4"/>
          <p:cNvSpPr/>
          <p:nvPr>
            <p:ph idx="76" type="pic"/>
          </p:nvPr>
        </p:nvSpPr>
        <p:spPr>
          <a:xfrm>
            <a:off x="4414688" y="4305300"/>
            <a:ext cx="340800" cy="340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34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1" name="Google Shape;451;p34"/>
          <p:cNvSpPr txBox="1"/>
          <p:nvPr>
            <p:ph idx="77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2" name="Google Shape;452;p34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s Square - Dark">
  <p:cSld name="BLANK_1_1_2">
    <p:bg>
      <p:bgPr>
        <a:solidFill>
          <a:schemeClr val="dk1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5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5" name="Google Shape;455;p35"/>
          <p:cNvSpPr/>
          <p:nvPr/>
        </p:nvSpPr>
        <p:spPr>
          <a:xfrm>
            <a:off x="482050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5"/>
          <p:cNvSpPr/>
          <p:nvPr/>
        </p:nvSpPr>
        <p:spPr>
          <a:xfrm>
            <a:off x="1128317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5"/>
          <p:cNvSpPr/>
          <p:nvPr/>
        </p:nvSpPr>
        <p:spPr>
          <a:xfrm>
            <a:off x="1774584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5"/>
          <p:cNvSpPr/>
          <p:nvPr/>
        </p:nvSpPr>
        <p:spPr>
          <a:xfrm>
            <a:off x="2420851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5"/>
          <p:cNvSpPr/>
          <p:nvPr/>
        </p:nvSpPr>
        <p:spPr>
          <a:xfrm>
            <a:off x="3067118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5"/>
          <p:cNvSpPr/>
          <p:nvPr/>
        </p:nvSpPr>
        <p:spPr>
          <a:xfrm>
            <a:off x="3713385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5"/>
          <p:cNvSpPr/>
          <p:nvPr/>
        </p:nvSpPr>
        <p:spPr>
          <a:xfrm>
            <a:off x="4359652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5"/>
          <p:cNvSpPr/>
          <p:nvPr/>
        </p:nvSpPr>
        <p:spPr>
          <a:xfrm>
            <a:off x="5005919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5"/>
          <p:cNvSpPr/>
          <p:nvPr/>
        </p:nvSpPr>
        <p:spPr>
          <a:xfrm>
            <a:off x="5652186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5"/>
          <p:cNvSpPr/>
          <p:nvPr/>
        </p:nvSpPr>
        <p:spPr>
          <a:xfrm>
            <a:off x="6298453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5"/>
          <p:cNvSpPr/>
          <p:nvPr/>
        </p:nvSpPr>
        <p:spPr>
          <a:xfrm>
            <a:off x="6944720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5"/>
          <p:cNvSpPr/>
          <p:nvPr/>
        </p:nvSpPr>
        <p:spPr>
          <a:xfrm>
            <a:off x="7590988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5"/>
          <p:cNvSpPr/>
          <p:nvPr/>
        </p:nvSpPr>
        <p:spPr>
          <a:xfrm>
            <a:off x="8211238" y="1152475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5"/>
          <p:cNvSpPr/>
          <p:nvPr/>
        </p:nvSpPr>
        <p:spPr>
          <a:xfrm>
            <a:off x="482050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5"/>
          <p:cNvSpPr/>
          <p:nvPr/>
        </p:nvSpPr>
        <p:spPr>
          <a:xfrm>
            <a:off x="1128317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5"/>
          <p:cNvSpPr/>
          <p:nvPr/>
        </p:nvSpPr>
        <p:spPr>
          <a:xfrm>
            <a:off x="1774584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5"/>
          <p:cNvSpPr/>
          <p:nvPr/>
        </p:nvSpPr>
        <p:spPr>
          <a:xfrm>
            <a:off x="2420851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5"/>
          <p:cNvSpPr/>
          <p:nvPr/>
        </p:nvSpPr>
        <p:spPr>
          <a:xfrm>
            <a:off x="3067118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5"/>
          <p:cNvSpPr/>
          <p:nvPr/>
        </p:nvSpPr>
        <p:spPr>
          <a:xfrm>
            <a:off x="3713385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5"/>
          <p:cNvSpPr/>
          <p:nvPr/>
        </p:nvSpPr>
        <p:spPr>
          <a:xfrm>
            <a:off x="4359652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5"/>
          <p:cNvSpPr/>
          <p:nvPr/>
        </p:nvSpPr>
        <p:spPr>
          <a:xfrm>
            <a:off x="5005919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5"/>
          <p:cNvSpPr/>
          <p:nvPr/>
        </p:nvSpPr>
        <p:spPr>
          <a:xfrm>
            <a:off x="5652186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5"/>
          <p:cNvSpPr/>
          <p:nvPr/>
        </p:nvSpPr>
        <p:spPr>
          <a:xfrm>
            <a:off x="6298453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5"/>
          <p:cNvSpPr/>
          <p:nvPr/>
        </p:nvSpPr>
        <p:spPr>
          <a:xfrm>
            <a:off x="6944720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5"/>
          <p:cNvSpPr/>
          <p:nvPr/>
        </p:nvSpPr>
        <p:spPr>
          <a:xfrm>
            <a:off x="7590988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5"/>
          <p:cNvSpPr/>
          <p:nvPr/>
        </p:nvSpPr>
        <p:spPr>
          <a:xfrm>
            <a:off x="8211238" y="177031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5"/>
          <p:cNvSpPr/>
          <p:nvPr/>
        </p:nvSpPr>
        <p:spPr>
          <a:xfrm>
            <a:off x="482050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5"/>
          <p:cNvSpPr/>
          <p:nvPr/>
        </p:nvSpPr>
        <p:spPr>
          <a:xfrm>
            <a:off x="1128317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5"/>
          <p:cNvSpPr/>
          <p:nvPr/>
        </p:nvSpPr>
        <p:spPr>
          <a:xfrm>
            <a:off x="1774584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5"/>
          <p:cNvSpPr/>
          <p:nvPr/>
        </p:nvSpPr>
        <p:spPr>
          <a:xfrm>
            <a:off x="2420851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5"/>
          <p:cNvSpPr/>
          <p:nvPr/>
        </p:nvSpPr>
        <p:spPr>
          <a:xfrm>
            <a:off x="3067118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5"/>
          <p:cNvSpPr/>
          <p:nvPr/>
        </p:nvSpPr>
        <p:spPr>
          <a:xfrm>
            <a:off x="3713385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5"/>
          <p:cNvSpPr/>
          <p:nvPr/>
        </p:nvSpPr>
        <p:spPr>
          <a:xfrm>
            <a:off x="4359652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5"/>
          <p:cNvSpPr/>
          <p:nvPr/>
        </p:nvSpPr>
        <p:spPr>
          <a:xfrm>
            <a:off x="5005919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5"/>
          <p:cNvSpPr/>
          <p:nvPr/>
        </p:nvSpPr>
        <p:spPr>
          <a:xfrm>
            <a:off x="5652186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5"/>
          <p:cNvSpPr/>
          <p:nvPr/>
        </p:nvSpPr>
        <p:spPr>
          <a:xfrm>
            <a:off x="6298453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5"/>
          <p:cNvSpPr/>
          <p:nvPr/>
        </p:nvSpPr>
        <p:spPr>
          <a:xfrm>
            <a:off x="6944720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5"/>
          <p:cNvSpPr/>
          <p:nvPr/>
        </p:nvSpPr>
        <p:spPr>
          <a:xfrm>
            <a:off x="7590988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5"/>
          <p:cNvSpPr/>
          <p:nvPr/>
        </p:nvSpPr>
        <p:spPr>
          <a:xfrm>
            <a:off x="8211238" y="2388168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5"/>
          <p:cNvSpPr/>
          <p:nvPr/>
        </p:nvSpPr>
        <p:spPr>
          <a:xfrm>
            <a:off x="482050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5"/>
          <p:cNvSpPr/>
          <p:nvPr/>
        </p:nvSpPr>
        <p:spPr>
          <a:xfrm>
            <a:off x="1128317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5"/>
          <p:cNvSpPr/>
          <p:nvPr/>
        </p:nvSpPr>
        <p:spPr>
          <a:xfrm>
            <a:off x="1774584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5"/>
          <p:cNvSpPr/>
          <p:nvPr/>
        </p:nvSpPr>
        <p:spPr>
          <a:xfrm>
            <a:off x="2420851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5"/>
          <p:cNvSpPr/>
          <p:nvPr/>
        </p:nvSpPr>
        <p:spPr>
          <a:xfrm>
            <a:off x="3067118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5"/>
          <p:cNvSpPr/>
          <p:nvPr/>
        </p:nvSpPr>
        <p:spPr>
          <a:xfrm>
            <a:off x="3713385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5"/>
          <p:cNvSpPr/>
          <p:nvPr/>
        </p:nvSpPr>
        <p:spPr>
          <a:xfrm>
            <a:off x="4359652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35"/>
          <p:cNvSpPr/>
          <p:nvPr/>
        </p:nvSpPr>
        <p:spPr>
          <a:xfrm>
            <a:off x="5005919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35"/>
          <p:cNvSpPr/>
          <p:nvPr/>
        </p:nvSpPr>
        <p:spPr>
          <a:xfrm>
            <a:off x="5652186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5"/>
          <p:cNvSpPr/>
          <p:nvPr/>
        </p:nvSpPr>
        <p:spPr>
          <a:xfrm>
            <a:off x="6298453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5"/>
          <p:cNvSpPr/>
          <p:nvPr/>
        </p:nvSpPr>
        <p:spPr>
          <a:xfrm>
            <a:off x="6944720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35"/>
          <p:cNvSpPr/>
          <p:nvPr/>
        </p:nvSpPr>
        <p:spPr>
          <a:xfrm>
            <a:off x="7590988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5"/>
          <p:cNvSpPr/>
          <p:nvPr/>
        </p:nvSpPr>
        <p:spPr>
          <a:xfrm>
            <a:off x="8211238" y="3016050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5"/>
          <p:cNvSpPr/>
          <p:nvPr/>
        </p:nvSpPr>
        <p:spPr>
          <a:xfrm>
            <a:off x="482050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5"/>
          <p:cNvSpPr/>
          <p:nvPr/>
        </p:nvSpPr>
        <p:spPr>
          <a:xfrm>
            <a:off x="1128317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5"/>
          <p:cNvSpPr/>
          <p:nvPr/>
        </p:nvSpPr>
        <p:spPr>
          <a:xfrm>
            <a:off x="1774584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5"/>
          <p:cNvSpPr/>
          <p:nvPr/>
        </p:nvSpPr>
        <p:spPr>
          <a:xfrm>
            <a:off x="2420851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5"/>
          <p:cNvSpPr/>
          <p:nvPr/>
        </p:nvSpPr>
        <p:spPr>
          <a:xfrm>
            <a:off x="3067118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5"/>
          <p:cNvSpPr/>
          <p:nvPr/>
        </p:nvSpPr>
        <p:spPr>
          <a:xfrm>
            <a:off x="3713385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5"/>
          <p:cNvSpPr/>
          <p:nvPr/>
        </p:nvSpPr>
        <p:spPr>
          <a:xfrm>
            <a:off x="4359652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5"/>
          <p:cNvSpPr/>
          <p:nvPr/>
        </p:nvSpPr>
        <p:spPr>
          <a:xfrm>
            <a:off x="5005919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5"/>
          <p:cNvSpPr/>
          <p:nvPr/>
        </p:nvSpPr>
        <p:spPr>
          <a:xfrm>
            <a:off x="5652186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5"/>
          <p:cNvSpPr/>
          <p:nvPr/>
        </p:nvSpPr>
        <p:spPr>
          <a:xfrm>
            <a:off x="6298453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5"/>
          <p:cNvSpPr/>
          <p:nvPr/>
        </p:nvSpPr>
        <p:spPr>
          <a:xfrm>
            <a:off x="6944720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5"/>
          <p:cNvSpPr/>
          <p:nvPr/>
        </p:nvSpPr>
        <p:spPr>
          <a:xfrm>
            <a:off x="7590988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5"/>
          <p:cNvSpPr/>
          <p:nvPr/>
        </p:nvSpPr>
        <p:spPr>
          <a:xfrm>
            <a:off x="8211238" y="363389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5"/>
          <p:cNvSpPr/>
          <p:nvPr/>
        </p:nvSpPr>
        <p:spPr>
          <a:xfrm>
            <a:off x="482050" y="425174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5"/>
          <p:cNvSpPr/>
          <p:nvPr/>
        </p:nvSpPr>
        <p:spPr>
          <a:xfrm>
            <a:off x="1128317" y="425174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5"/>
          <p:cNvSpPr/>
          <p:nvPr/>
        </p:nvSpPr>
        <p:spPr>
          <a:xfrm>
            <a:off x="1774584" y="425174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5"/>
          <p:cNvSpPr/>
          <p:nvPr>
            <p:ph idx="2" type="pic"/>
          </p:nvPr>
        </p:nvSpPr>
        <p:spPr>
          <a:xfrm>
            <a:off x="482050" y="115097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35"/>
          <p:cNvSpPr/>
          <p:nvPr>
            <p:ph idx="3" type="pic"/>
          </p:nvPr>
        </p:nvSpPr>
        <p:spPr>
          <a:xfrm>
            <a:off x="1128300" y="115097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35"/>
          <p:cNvSpPr/>
          <p:nvPr>
            <p:ph idx="4" type="pic"/>
          </p:nvPr>
        </p:nvSpPr>
        <p:spPr>
          <a:xfrm>
            <a:off x="1774630" y="1151017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35"/>
          <p:cNvSpPr/>
          <p:nvPr>
            <p:ph idx="5" type="pic"/>
          </p:nvPr>
        </p:nvSpPr>
        <p:spPr>
          <a:xfrm>
            <a:off x="2420855" y="115099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7" name="Google Shape;527;p35"/>
          <p:cNvSpPr/>
          <p:nvPr>
            <p:ph idx="6" type="pic"/>
          </p:nvPr>
        </p:nvSpPr>
        <p:spPr>
          <a:xfrm>
            <a:off x="3067075" y="115095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8" name="Google Shape;528;p35"/>
          <p:cNvSpPr/>
          <p:nvPr>
            <p:ph idx="7" type="pic"/>
          </p:nvPr>
        </p:nvSpPr>
        <p:spPr>
          <a:xfrm>
            <a:off x="3713388" y="1150991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29" name="Google Shape;529;p35"/>
          <p:cNvSpPr/>
          <p:nvPr>
            <p:ph idx="8" type="pic"/>
          </p:nvPr>
        </p:nvSpPr>
        <p:spPr>
          <a:xfrm>
            <a:off x="4359638" y="1150991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30" name="Google Shape;530;p35"/>
          <p:cNvSpPr/>
          <p:nvPr>
            <p:ph idx="9" type="pic"/>
          </p:nvPr>
        </p:nvSpPr>
        <p:spPr>
          <a:xfrm>
            <a:off x="5005900" y="115097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31" name="Google Shape;531;p35"/>
          <p:cNvSpPr/>
          <p:nvPr>
            <p:ph idx="13" type="pic"/>
          </p:nvPr>
        </p:nvSpPr>
        <p:spPr>
          <a:xfrm>
            <a:off x="5652188" y="115099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32" name="Google Shape;532;p35"/>
          <p:cNvSpPr/>
          <p:nvPr>
            <p:ph idx="14" type="pic"/>
          </p:nvPr>
        </p:nvSpPr>
        <p:spPr>
          <a:xfrm>
            <a:off x="6298438" y="115099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33" name="Google Shape;533;p35"/>
          <p:cNvSpPr/>
          <p:nvPr>
            <p:ph idx="15" type="pic"/>
          </p:nvPr>
        </p:nvSpPr>
        <p:spPr>
          <a:xfrm>
            <a:off x="6944713" y="1150991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34" name="Google Shape;534;p35"/>
          <p:cNvSpPr/>
          <p:nvPr>
            <p:ph idx="16" type="pic"/>
          </p:nvPr>
        </p:nvSpPr>
        <p:spPr>
          <a:xfrm>
            <a:off x="7591014" y="115097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35"/>
          <p:cNvSpPr/>
          <p:nvPr>
            <p:ph idx="17" type="pic"/>
          </p:nvPr>
        </p:nvSpPr>
        <p:spPr>
          <a:xfrm>
            <a:off x="8211247" y="115097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35"/>
          <p:cNvSpPr/>
          <p:nvPr>
            <p:ph idx="18" type="pic"/>
          </p:nvPr>
        </p:nvSpPr>
        <p:spPr>
          <a:xfrm>
            <a:off x="482050" y="17688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35"/>
          <p:cNvSpPr/>
          <p:nvPr>
            <p:ph idx="19" type="pic"/>
          </p:nvPr>
        </p:nvSpPr>
        <p:spPr>
          <a:xfrm>
            <a:off x="1128300" y="17688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35"/>
          <p:cNvSpPr/>
          <p:nvPr>
            <p:ph idx="20" type="pic"/>
          </p:nvPr>
        </p:nvSpPr>
        <p:spPr>
          <a:xfrm>
            <a:off x="1774588" y="17688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35"/>
          <p:cNvSpPr/>
          <p:nvPr>
            <p:ph idx="21" type="pic"/>
          </p:nvPr>
        </p:nvSpPr>
        <p:spPr>
          <a:xfrm>
            <a:off x="2420854" y="17688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35"/>
          <p:cNvSpPr/>
          <p:nvPr>
            <p:ph idx="22" type="pic"/>
          </p:nvPr>
        </p:nvSpPr>
        <p:spPr>
          <a:xfrm>
            <a:off x="3067100" y="17688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35"/>
          <p:cNvSpPr/>
          <p:nvPr>
            <p:ph idx="23" type="pic"/>
          </p:nvPr>
        </p:nvSpPr>
        <p:spPr>
          <a:xfrm>
            <a:off x="3713388" y="17688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42" name="Google Shape;542;p35"/>
          <p:cNvSpPr/>
          <p:nvPr>
            <p:ph idx="24" type="pic"/>
          </p:nvPr>
        </p:nvSpPr>
        <p:spPr>
          <a:xfrm>
            <a:off x="4359638" y="17688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35"/>
          <p:cNvSpPr/>
          <p:nvPr>
            <p:ph idx="25" type="pic"/>
          </p:nvPr>
        </p:nvSpPr>
        <p:spPr>
          <a:xfrm>
            <a:off x="5005900" y="17688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44" name="Google Shape;544;p35"/>
          <p:cNvSpPr/>
          <p:nvPr>
            <p:ph idx="26" type="pic"/>
          </p:nvPr>
        </p:nvSpPr>
        <p:spPr>
          <a:xfrm>
            <a:off x="5652188" y="17688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45" name="Google Shape;545;p35"/>
          <p:cNvSpPr/>
          <p:nvPr>
            <p:ph idx="27" type="pic"/>
          </p:nvPr>
        </p:nvSpPr>
        <p:spPr>
          <a:xfrm>
            <a:off x="6298438" y="17688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46" name="Google Shape;546;p35"/>
          <p:cNvSpPr/>
          <p:nvPr>
            <p:ph idx="28" type="pic"/>
          </p:nvPr>
        </p:nvSpPr>
        <p:spPr>
          <a:xfrm>
            <a:off x="6944713" y="17688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47" name="Google Shape;547;p35"/>
          <p:cNvSpPr/>
          <p:nvPr>
            <p:ph idx="29" type="pic"/>
          </p:nvPr>
        </p:nvSpPr>
        <p:spPr>
          <a:xfrm>
            <a:off x="7591014" y="17688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35"/>
          <p:cNvSpPr/>
          <p:nvPr>
            <p:ph idx="30" type="pic"/>
          </p:nvPr>
        </p:nvSpPr>
        <p:spPr>
          <a:xfrm>
            <a:off x="8211247" y="17688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35"/>
          <p:cNvSpPr/>
          <p:nvPr>
            <p:ph idx="31" type="pic"/>
          </p:nvPr>
        </p:nvSpPr>
        <p:spPr>
          <a:xfrm>
            <a:off x="482050" y="2391704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50" name="Google Shape;550;p35"/>
          <p:cNvSpPr/>
          <p:nvPr>
            <p:ph idx="32" type="pic"/>
          </p:nvPr>
        </p:nvSpPr>
        <p:spPr>
          <a:xfrm>
            <a:off x="1128300" y="239170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35"/>
          <p:cNvSpPr/>
          <p:nvPr>
            <p:ph idx="33" type="pic"/>
          </p:nvPr>
        </p:nvSpPr>
        <p:spPr>
          <a:xfrm>
            <a:off x="1774588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35"/>
          <p:cNvSpPr/>
          <p:nvPr>
            <p:ph idx="34" type="pic"/>
          </p:nvPr>
        </p:nvSpPr>
        <p:spPr>
          <a:xfrm>
            <a:off x="2420838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35"/>
          <p:cNvSpPr/>
          <p:nvPr>
            <p:ph idx="35" type="pic"/>
          </p:nvPr>
        </p:nvSpPr>
        <p:spPr>
          <a:xfrm>
            <a:off x="3067100" y="239170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35"/>
          <p:cNvSpPr/>
          <p:nvPr>
            <p:ph idx="36" type="pic"/>
          </p:nvPr>
        </p:nvSpPr>
        <p:spPr>
          <a:xfrm>
            <a:off x="3713388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55" name="Google Shape;555;p35"/>
          <p:cNvSpPr/>
          <p:nvPr>
            <p:ph idx="37" type="pic"/>
          </p:nvPr>
        </p:nvSpPr>
        <p:spPr>
          <a:xfrm>
            <a:off x="4359638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35"/>
          <p:cNvSpPr/>
          <p:nvPr>
            <p:ph idx="38" type="pic"/>
          </p:nvPr>
        </p:nvSpPr>
        <p:spPr>
          <a:xfrm>
            <a:off x="5005900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35"/>
          <p:cNvSpPr/>
          <p:nvPr>
            <p:ph idx="39" type="pic"/>
          </p:nvPr>
        </p:nvSpPr>
        <p:spPr>
          <a:xfrm>
            <a:off x="5652188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58" name="Google Shape;558;p35"/>
          <p:cNvSpPr/>
          <p:nvPr>
            <p:ph idx="40" type="pic"/>
          </p:nvPr>
        </p:nvSpPr>
        <p:spPr>
          <a:xfrm>
            <a:off x="6298438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59" name="Google Shape;559;p35"/>
          <p:cNvSpPr/>
          <p:nvPr>
            <p:ph idx="41" type="pic"/>
          </p:nvPr>
        </p:nvSpPr>
        <p:spPr>
          <a:xfrm>
            <a:off x="6944713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35"/>
          <p:cNvSpPr/>
          <p:nvPr>
            <p:ph idx="42" type="pic"/>
          </p:nvPr>
        </p:nvSpPr>
        <p:spPr>
          <a:xfrm>
            <a:off x="7591014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35"/>
          <p:cNvSpPr/>
          <p:nvPr>
            <p:ph idx="43" type="pic"/>
          </p:nvPr>
        </p:nvSpPr>
        <p:spPr>
          <a:xfrm>
            <a:off x="8211264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35"/>
          <p:cNvSpPr/>
          <p:nvPr>
            <p:ph idx="44" type="pic"/>
          </p:nvPr>
        </p:nvSpPr>
        <p:spPr>
          <a:xfrm>
            <a:off x="490900" y="3018375"/>
            <a:ext cx="433200" cy="4332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35"/>
          <p:cNvSpPr/>
          <p:nvPr>
            <p:ph idx="45" type="pic"/>
          </p:nvPr>
        </p:nvSpPr>
        <p:spPr>
          <a:xfrm>
            <a:off x="1128300" y="30095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35"/>
          <p:cNvSpPr/>
          <p:nvPr>
            <p:ph idx="46" type="pic"/>
          </p:nvPr>
        </p:nvSpPr>
        <p:spPr>
          <a:xfrm>
            <a:off x="1774588" y="30095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35"/>
          <p:cNvSpPr/>
          <p:nvPr>
            <p:ph idx="47" type="pic"/>
          </p:nvPr>
        </p:nvSpPr>
        <p:spPr>
          <a:xfrm>
            <a:off x="2420838" y="30095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66" name="Google Shape;566;p35"/>
          <p:cNvSpPr/>
          <p:nvPr>
            <p:ph idx="48" type="pic"/>
          </p:nvPr>
        </p:nvSpPr>
        <p:spPr>
          <a:xfrm>
            <a:off x="3067100" y="30095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35"/>
          <p:cNvSpPr/>
          <p:nvPr>
            <p:ph idx="49" type="pic"/>
          </p:nvPr>
        </p:nvSpPr>
        <p:spPr>
          <a:xfrm>
            <a:off x="3713388" y="30095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35"/>
          <p:cNvSpPr/>
          <p:nvPr>
            <p:ph idx="50" type="pic"/>
          </p:nvPr>
        </p:nvSpPr>
        <p:spPr>
          <a:xfrm>
            <a:off x="4359638" y="30095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69" name="Google Shape;569;p35"/>
          <p:cNvSpPr/>
          <p:nvPr>
            <p:ph idx="51" type="pic"/>
          </p:nvPr>
        </p:nvSpPr>
        <p:spPr>
          <a:xfrm>
            <a:off x="5005900" y="30095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70" name="Google Shape;570;p35"/>
          <p:cNvSpPr/>
          <p:nvPr>
            <p:ph idx="52" type="pic"/>
          </p:nvPr>
        </p:nvSpPr>
        <p:spPr>
          <a:xfrm>
            <a:off x="5652188" y="30095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35"/>
          <p:cNvSpPr/>
          <p:nvPr>
            <p:ph idx="53" type="pic"/>
          </p:nvPr>
        </p:nvSpPr>
        <p:spPr>
          <a:xfrm>
            <a:off x="6298438" y="3009541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35"/>
          <p:cNvSpPr/>
          <p:nvPr>
            <p:ph idx="54" type="pic"/>
          </p:nvPr>
        </p:nvSpPr>
        <p:spPr>
          <a:xfrm>
            <a:off x="6944713" y="30095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35"/>
          <p:cNvSpPr/>
          <p:nvPr>
            <p:ph idx="55" type="pic"/>
          </p:nvPr>
        </p:nvSpPr>
        <p:spPr>
          <a:xfrm>
            <a:off x="7591014" y="30095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74" name="Google Shape;574;p35"/>
          <p:cNvSpPr/>
          <p:nvPr>
            <p:ph idx="56" type="pic"/>
          </p:nvPr>
        </p:nvSpPr>
        <p:spPr>
          <a:xfrm>
            <a:off x="8211247" y="30095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35"/>
          <p:cNvSpPr/>
          <p:nvPr>
            <p:ph idx="57" type="pic"/>
          </p:nvPr>
        </p:nvSpPr>
        <p:spPr>
          <a:xfrm>
            <a:off x="482050" y="363240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35"/>
          <p:cNvSpPr/>
          <p:nvPr>
            <p:ph idx="58" type="pic"/>
          </p:nvPr>
        </p:nvSpPr>
        <p:spPr>
          <a:xfrm>
            <a:off x="1128300" y="363240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77" name="Google Shape;577;p35"/>
          <p:cNvSpPr/>
          <p:nvPr>
            <p:ph idx="59" type="pic"/>
          </p:nvPr>
        </p:nvSpPr>
        <p:spPr>
          <a:xfrm>
            <a:off x="1774588" y="3632413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78" name="Google Shape;578;p35"/>
          <p:cNvSpPr/>
          <p:nvPr>
            <p:ph idx="60" type="pic"/>
          </p:nvPr>
        </p:nvSpPr>
        <p:spPr>
          <a:xfrm>
            <a:off x="2420838" y="3632417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79" name="Google Shape;579;p35"/>
          <p:cNvSpPr/>
          <p:nvPr>
            <p:ph idx="61" type="pic"/>
          </p:nvPr>
        </p:nvSpPr>
        <p:spPr>
          <a:xfrm>
            <a:off x="3067100" y="363240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35"/>
          <p:cNvSpPr/>
          <p:nvPr>
            <p:ph idx="62" type="pic"/>
          </p:nvPr>
        </p:nvSpPr>
        <p:spPr>
          <a:xfrm>
            <a:off x="3713388" y="3632417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81" name="Google Shape;581;p35"/>
          <p:cNvSpPr/>
          <p:nvPr>
            <p:ph idx="63" type="pic"/>
          </p:nvPr>
        </p:nvSpPr>
        <p:spPr>
          <a:xfrm>
            <a:off x="4359638" y="363240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82" name="Google Shape;582;p35"/>
          <p:cNvSpPr/>
          <p:nvPr>
            <p:ph idx="64" type="pic"/>
          </p:nvPr>
        </p:nvSpPr>
        <p:spPr>
          <a:xfrm>
            <a:off x="5005875" y="363237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83" name="Google Shape;583;p35"/>
          <p:cNvSpPr/>
          <p:nvPr>
            <p:ph idx="65" type="pic"/>
          </p:nvPr>
        </p:nvSpPr>
        <p:spPr>
          <a:xfrm>
            <a:off x="5652188" y="363240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35"/>
          <p:cNvSpPr/>
          <p:nvPr>
            <p:ph idx="66" type="pic"/>
          </p:nvPr>
        </p:nvSpPr>
        <p:spPr>
          <a:xfrm>
            <a:off x="6298438" y="363240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35"/>
          <p:cNvSpPr/>
          <p:nvPr>
            <p:ph idx="67" type="pic"/>
          </p:nvPr>
        </p:nvSpPr>
        <p:spPr>
          <a:xfrm>
            <a:off x="6944713" y="363240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86" name="Google Shape;586;p35"/>
          <p:cNvSpPr/>
          <p:nvPr>
            <p:ph idx="68" type="pic"/>
          </p:nvPr>
        </p:nvSpPr>
        <p:spPr>
          <a:xfrm>
            <a:off x="7591026" y="363240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87" name="Google Shape;587;p35"/>
          <p:cNvSpPr/>
          <p:nvPr>
            <p:ph idx="69" type="pic"/>
          </p:nvPr>
        </p:nvSpPr>
        <p:spPr>
          <a:xfrm>
            <a:off x="8211264" y="363240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35"/>
          <p:cNvSpPr/>
          <p:nvPr>
            <p:ph idx="70" type="pic"/>
          </p:nvPr>
        </p:nvSpPr>
        <p:spPr>
          <a:xfrm>
            <a:off x="482050" y="425527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89" name="Google Shape;589;p35"/>
          <p:cNvSpPr/>
          <p:nvPr>
            <p:ph idx="71" type="pic"/>
          </p:nvPr>
        </p:nvSpPr>
        <p:spPr>
          <a:xfrm>
            <a:off x="1128300" y="425527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35"/>
          <p:cNvSpPr/>
          <p:nvPr>
            <p:ph idx="72" type="pic"/>
          </p:nvPr>
        </p:nvSpPr>
        <p:spPr>
          <a:xfrm>
            <a:off x="1774588" y="425527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35"/>
          <p:cNvSpPr/>
          <p:nvPr/>
        </p:nvSpPr>
        <p:spPr>
          <a:xfrm>
            <a:off x="2420851" y="425174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5"/>
          <p:cNvSpPr/>
          <p:nvPr/>
        </p:nvSpPr>
        <p:spPr>
          <a:xfrm>
            <a:off x="3067118" y="425174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5"/>
          <p:cNvSpPr/>
          <p:nvPr/>
        </p:nvSpPr>
        <p:spPr>
          <a:xfrm>
            <a:off x="3713385" y="425174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5"/>
          <p:cNvSpPr/>
          <p:nvPr>
            <p:ph idx="73" type="pic"/>
          </p:nvPr>
        </p:nvSpPr>
        <p:spPr>
          <a:xfrm>
            <a:off x="2420838" y="425025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35"/>
          <p:cNvSpPr/>
          <p:nvPr>
            <p:ph idx="74" type="pic"/>
          </p:nvPr>
        </p:nvSpPr>
        <p:spPr>
          <a:xfrm>
            <a:off x="3067100" y="425025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96" name="Google Shape;596;p35"/>
          <p:cNvSpPr/>
          <p:nvPr>
            <p:ph idx="75" type="pic"/>
          </p:nvPr>
        </p:nvSpPr>
        <p:spPr>
          <a:xfrm>
            <a:off x="3713388" y="425025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97" name="Google Shape;597;p35"/>
          <p:cNvSpPr/>
          <p:nvPr/>
        </p:nvSpPr>
        <p:spPr>
          <a:xfrm>
            <a:off x="4359652" y="4251743"/>
            <a:ext cx="450900" cy="4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5"/>
          <p:cNvSpPr/>
          <p:nvPr>
            <p:ph idx="76" type="pic"/>
          </p:nvPr>
        </p:nvSpPr>
        <p:spPr>
          <a:xfrm>
            <a:off x="4359638" y="4250267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599" name="Google Shape;599;p35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77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cons Square - Light">
  <p:cSld name="BLANK_1_1_2_1">
    <p:bg>
      <p:bgPr>
        <a:solidFill>
          <a:schemeClr val="lt2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6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4" name="Google Shape;604;p36"/>
          <p:cNvSpPr/>
          <p:nvPr/>
        </p:nvSpPr>
        <p:spPr>
          <a:xfrm>
            <a:off x="482050" y="1152475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6"/>
          <p:cNvSpPr/>
          <p:nvPr/>
        </p:nvSpPr>
        <p:spPr>
          <a:xfrm>
            <a:off x="1128317" y="1152475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6"/>
          <p:cNvSpPr/>
          <p:nvPr/>
        </p:nvSpPr>
        <p:spPr>
          <a:xfrm>
            <a:off x="1774584" y="1152475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6"/>
          <p:cNvSpPr/>
          <p:nvPr/>
        </p:nvSpPr>
        <p:spPr>
          <a:xfrm>
            <a:off x="2420851" y="1152475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6"/>
          <p:cNvSpPr/>
          <p:nvPr/>
        </p:nvSpPr>
        <p:spPr>
          <a:xfrm>
            <a:off x="3067118" y="1152475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6"/>
          <p:cNvSpPr/>
          <p:nvPr/>
        </p:nvSpPr>
        <p:spPr>
          <a:xfrm>
            <a:off x="3713385" y="1152475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6"/>
          <p:cNvSpPr/>
          <p:nvPr/>
        </p:nvSpPr>
        <p:spPr>
          <a:xfrm>
            <a:off x="4359652" y="1152475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6"/>
          <p:cNvSpPr/>
          <p:nvPr/>
        </p:nvSpPr>
        <p:spPr>
          <a:xfrm>
            <a:off x="5005919" y="1152475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6"/>
          <p:cNvSpPr/>
          <p:nvPr/>
        </p:nvSpPr>
        <p:spPr>
          <a:xfrm>
            <a:off x="5652186" y="1152475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6"/>
          <p:cNvSpPr/>
          <p:nvPr/>
        </p:nvSpPr>
        <p:spPr>
          <a:xfrm>
            <a:off x="6298453" y="1152475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6"/>
          <p:cNvSpPr/>
          <p:nvPr/>
        </p:nvSpPr>
        <p:spPr>
          <a:xfrm>
            <a:off x="6944720" y="1152475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6"/>
          <p:cNvSpPr/>
          <p:nvPr/>
        </p:nvSpPr>
        <p:spPr>
          <a:xfrm>
            <a:off x="7590988" y="1152475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6"/>
          <p:cNvSpPr/>
          <p:nvPr/>
        </p:nvSpPr>
        <p:spPr>
          <a:xfrm>
            <a:off x="8211238" y="1152475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6"/>
          <p:cNvSpPr/>
          <p:nvPr/>
        </p:nvSpPr>
        <p:spPr>
          <a:xfrm>
            <a:off x="482050" y="177031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6"/>
          <p:cNvSpPr/>
          <p:nvPr/>
        </p:nvSpPr>
        <p:spPr>
          <a:xfrm>
            <a:off x="1128317" y="177031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6"/>
          <p:cNvSpPr/>
          <p:nvPr/>
        </p:nvSpPr>
        <p:spPr>
          <a:xfrm>
            <a:off x="1774584" y="177031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6"/>
          <p:cNvSpPr/>
          <p:nvPr/>
        </p:nvSpPr>
        <p:spPr>
          <a:xfrm>
            <a:off x="2420851" y="177031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6"/>
          <p:cNvSpPr/>
          <p:nvPr/>
        </p:nvSpPr>
        <p:spPr>
          <a:xfrm>
            <a:off x="3067118" y="177031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6"/>
          <p:cNvSpPr/>
          <p:nvPr/>
        </p:nvSpPr>
        <p:spPr>
          <a:xfrm>
            <a:off x="3713385" y="177031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6"/>
          <p:cNvSpPr/>
          <p:nvPr/>
        </p:nvSpPr>
        <p:spPr>
          <a:xfrm>
            <a:off x="4359652" y="177031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6"/>
          <p:cNvSpPr/>
          <p:nvPr/>
        </p:nvSpPr>
        <p:spPr>
          <a:xfrm>
            <a:off x="5005919" y="177031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6"/>
          <p:cNvSpPr/>
          <p:nvPr/>
        </p:nvSpPr>
        <p:spPr>
          <a:xfrm>
            <a:off x="5652186" y="177031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6"/>
          <p:cNvSpPr/>
          <p:nvPr/>
        </p:nvSpPr>
        <p:spPr>
          <a:xfrm>
            <a:off x="6298453" y="177031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6"/>
          <p:cNvSpPr/>
          <p:nvPr/>
        </p:nvSpPr>
        <p:spPr>
          <a:xfrm>
            <a:off x="6944720" y="177031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6"/>
          <p:cNvSpPr/>
          <p:nvPr/>
        </p:nvSpPr>
        <p:spPr>
          <a:xfrm>
            <a:off x="7590988" y="177031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6"/>
          <p:cNvSpPr/>
          <p:nvPr/>
        </p:nvSpPr>
        <p:spPr>
          <a:xfrm>
            <a:off x="8211238" y="177031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6"/>
          <p:cNvSpPr/>
          <p:nvPr/>
        </p:nvSpPr>
        <p:spPr>
          <a:xfrm>
            <a:off x="482050" y="238816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6"/>
          <p:cNvSpPr/>
          <p:nvPr/>
        </p:nvSpPr>
        <p:spPr>
          <a:xfrm>
            <a:off x="1128317" y="238816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6"/>
          <p:cNvSpPr/>
          <p:nvPr/>
        </p:nvSpPr>
        <p:spPr>
          <a:xfrm>
            <a:off x="1774584" y="238816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6"/>
          <p:cNvSpPr/>
          <p:nvPr/>
        </p:nvSpPr>
        <p:spPr>
          <a:xfrm>
            <a:off x="2420851" y="238816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6"/>
          <p:cNvSpPr/>
          <p:nvPr/>
        </p:nvSpPr>
        <p:spPr>
          <a:xfrm>
            <a:off x="3067118" y="238816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6"/>
          <p:cNvSpPr/>
          <p:nvPr/>
        </p:nvSpPr>
        <p:spPr>
          <a:xfrm>
            <a:off x="3713385" y="238816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6"/>
          <p:cNvSpPr/>
          <p:nvPr/>
        </p:nvSpPr>
        <p:spPr>
          <a:xfrm>
            <a:off x="4359652" y="238816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6"/>
          <p:cNvSpPr/>
          <p:nvPr/>
        </p:nvSpPr>
        <p:spPr>
          <a:xfrm>
            <a:off x="5005919" y="238816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6"/>
          <p:cNvSpPr/>
          <p:nvPr/>
        </p:nvSpPr>
        <p:spPr>
          <a:xfrm>
            <a:off x="5652186" y="238816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6"/>
          <p:cNvSpPr/>
          <p:nvPr/>
        </p:nvSpPr>
        <p:spPr>
          <a:xfrm>
            <a:off x="6298453" y="238816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6"/>
          <p:cNvSpPr/>
          <p:nvPr/>
        </p:nvSpPr>
        <p:spPr>
          <a:xfrm>
            <a:off x="6944720" y="238816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36"/>
          <p:cNvSpPr/>
          <p:nvPr/>
        </p:nvSpPr>
        <p:spPr>
          <a:xfrm>
            <a:off x="7590988" y="238816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6"/>
          <p:cNvSpPr/>
          <p:nvPr/>
        </p:nvSpPr>
        <p:spPr>
          <a:xfrm>
            <a:off x="8211238" y="2388168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6"/>
          <p:cNvSpPr/>
          <p:nvPr/>
        </p:nvSpPr>
        <p:spPr>
          <a:xfrm>
            <a:off x="482050" y="3016050"/>
            <a:ext cx="450900" cy="45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6"/>
          <p:cNvSpPr/>
          <p:nvPr/>
        </p:nvSpPr>
        <p:spPr>
          <a:xfrm>
            <a:off x="1128317" y="3016050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6"/>
          <p:cNvSpPr/>
          <p:nvPr/>
        </p:nvSpPr>
        <p:spPr>
          <a:xfrm>
            <a:off x="1774584" y="3016050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6"/>
          <p:cNvSpPr/>
          <p:nvPr/>
        </p:nvSpPr>
        <p:spPr>
          <a:xfrm>
            <a:off x="2420851" y="3016050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6"/>
          <p:cNvSpPr/>
          <p:nvPr/>
        </p:nvSpPr>
        <p:spPr>
          <a:xfrm>
            <a:off x="3067118" y="3016050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6"/>
          <p:cNvSpPr/>
          <p:nvPr/>
        </p:nvSpPr>
        <p:spPr>
          <a:xfrm>
            <a:off x="3713385" y="3016050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6"/>
          <p:cNvSpPr/>
          <p:nvPr/>
        </p:nvSpPr>
        <p:spPr>
          <a:xfrm>
            <a:off x="4359652" y="3016050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36"/>
          <p:cNvSpPr/>
          <p:nvPr/>
        </p:nvSpPr>
        <p:spPr>
          <a:xfrm>
            <a:off x="5005919" y="3016050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36"/>
          <p:cNvSpPr/>
          <p:nvPr/>
        </p:nvSpPr>
        <p:spPr>
          <a:xfrm>
            <a:off x="5652186" y="3016050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6"/>
          <p:cNvSpPr/>
          <p:nvPr/>
        </p:nvSpPr>
        <p:spPr>
          <a:xfrm>
            <a:off x="6298453" y="3016050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6"/>
          <p:cNvSpPr/>
          <p:nvPr/>
        </p:nvSpPr>
        <p:spPr>
          <a:xfrm>
            <a:off x="6944720" y="3016050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6"/>
          <p:cNvSpPr/>
          <p:nvPr/>
        </p:nvSpPr>
        <p:spPr>
          <a:xfrm>
            <a:off x="7590988" y="3016050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6"/>
          <p:cNvSpPr/>
          <p:nvPr/>
        </p:nvSpPr>
        <p:spPr>
          <a:xfrm>
            <a:off x="8211238" y="3016050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6"/>
          <p:cNvSpPr/>
          <p:nvPr/>
        </p:nvSpPr>
        <p:spPr>
          <a:xfrm>
            <a:off x="482050" y="363389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6"/>
          <p:cNvSpPr/>
          <p:nvPr/>
        </p:nvSpPr>
        <p:spPr>
          <a:xfrm>
            <a:off x="1128317" y="363389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6"/>
          <p:cNvSpPr/>
          <p:nvPr/>
        </p:nvSpPr>
        <p:spPr>
          <a:xfrm>
            <a:off x="1774584" y="363389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6"/>
          <p:cNvSpPr/>
          <p:nvPr/>
        </p:nvSpPr>
        <p:spPr>
          <a:xfrm>
            <a:off x="2420851" y="363389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6"/>
          <p:cNvSpPr/>
          <p:nvPr/>
        </p:nvSpPr>
        <p:spPr>
          <a:xfrm>
            <a:off x="3067118" y="363389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6"/>
          <p:cNvSpPr/>
          <p:nvPr/>
        </p:nvSpPr>
        <p:spPr>
          <a:xfrm>
            <a:off x="3713385" y="363389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6"/>
          <p:cNvSpPr/>
          <p:nvPr/>
        </p:nvSpPr>
        <p:spPr>
          <a:xfrm>
            <a:off x="4359652" y="363389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36"/>
          <p:cNvSpPr/>
          <p:nvPr/>
        </p:nvSpPr>
        <p:spPr>
          <a:xfrm>
            <a:off x="5005919" y="363389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6"/>
          <p:cNvSpPr/>
          <p:nvPr/>
        </p:nvSpPr>
        <p:spPr>
          <a:xfrm>
            <a:off x="5652186" y="363389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36"/>
          <p:cNvSpPr/>
          <p:nvPr/>
        </p:nvSpPr>
        <p:spPr>
          <a:xfrm>
            <a:off x="6298453" y="363389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6"/>
          <p:cNvSpPr/>
          <p:nvPr/>
        </p:nvSpPr>
        <p:spPr>
          <a:xfrm>
            <a:off x="6944720" y="363389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6"/>
          <p:cNvSpPr/>
          <p:nvPr/>
        </p:nvSpPr>
        <p:spPr>
          <a:xfrm>
            <a:off x="7590988" y="363389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6"/>
          <p:cNvSpPr/>
          <p:nvPr/>
        </p:nvSpPr>
        <p:spPr>
          <a:xfrm>
            <a:off x="8211238" y="363389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6"/>
          <p:cNvSpPr/>
          <p:nvPr/>
        </p:nvSpPr>
        <p:spPr>
          <a:xfrm>
            <a:off x="482050" y="425174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6"/>
          <p:cNvSpPr/>
          <p:nvPr/>
        </p:nvSpPr>
        <p:spPr>
          <a:xfrm>
            <a:off x="1128317" y="425174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6"/>
          <p:cNvSpPr/>
          <p:nvPr/>
        </p:nvSpPr>
        <p:spPr>
          <a:xfrm>
            <a:off x="1774584" y="425174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6"/>
          <p:cNvSpPr/>
          <p:nvPr>
            <p:ph idx="2" type="pic"/>
          </p:nvPr>
        </p:nvSpPr>
        <p:spPr>
          <a:xfrm>
            <a:off x="482050" y="115097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73" name="Google Shape;673;p36"/>
          <p:cNvSpPr/>
          <p:nvPr>
            <p:ph idx="3" type="pic"/>
          </p:nvPr>
        </p:nvSpPr>
        <p:spPr>
          <a:xfrm>
            <a:off x="1128300" y="115097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74" name="Google Shape;674;p36"/>
          <p:cNvSpPr/>
          <p:nvPr>
            <p:ph idx="4" type="pic"/>
          </p:nvPr>
        </p:nvSpPr>
        <p:spPr>
          <a:xfrm>
            <a:off x="1774630" y="1151017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75" name="Google Shape;675;p36"/>
          <p:cNvSpPr/>
          <p:nvPr>
            <p:ph idx="5" type="pic"/>
          </p:nvPr>
        </p:nvSpPr>
        <p:spPr>
          <a:xfrm>
            <a:off x="2420855" y="115099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76" name="Google Shape;676;p36"/>
          <p:cNvSpPr/>
          <p:nvPr>
            <p:ph idx="6" type="pic"/>
          </p:nvPr>
        </p:nvSpPr>
        <p:spPr>
          <a:xfrm>
            <a:off x="3067075" y="115095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77" name="Google Shape;677;p36"/>
          <p:cNvSpPr/>
          <p:nvPr>
            <p:ph idx="7" type="pic"/>
          </p:nvPr>
        </p:nvSpPr>
        <p:spPr>
          <a:xfrm>
            <a:off x="3713388" y="1150991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78" name="Google Shape;678;p36"/>
          <p:cNvSpPr/>
          <p:nvPr>
            <p:ph idx="8" type="pic"/>
          </p:nvPr>
        </p:nvSpPr>
        <p:spPr>
          <a:xfrm>
            <a:off x="4359638" y="1150991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36"/>
          <p:cNvSpPr/>
          <p:nvPr>
            <p:ph idx="9" type="pic"/>
          </p:nvPr>
        </p:nvSpPr>
        <p:spPr>
          <a:xfrm>
            <a:off x="5005900" y="115097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36"/>
          <p:cNvSpPr/>
          <p:nvPr>
            <p:ph idx="13" type="pic"/>
          </p:nvPr>
        </p:nvSpPr>
        <p:spPr>
          <a:xfrm>
            <a:off x="5652188" y="115099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81" name="Google Shape;681;p36"/>
          <p:cNvSpPr/>
          <p:nvPr>
            <p:ph idx="14" type="pic"/>
          </p:nvPr>
        </p:nvSpPr>
        <p:spPr>
          <a:xfrm>
            <a:off x="6298438" y="115099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82" name="Google Shape;682;p36"/>
          <p:cNvSpPr/>
          <p:nvPr>
            <p:ph idx="15" type="pic"/>
          </p:nvPr>
        </p:nvSpPr>
        <p:spPr>
          <a:xfrm>
            <a:off x="6944713" y="1150991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83" name="Google Shape;683;p36"/>
          <p:cNvSpPr/>
          <p:nvPr>
            <p:ph idx="16" type="pic"/>
          </p:nvPr>
        </p:nvSpPr>
        <p:spPr>
          <a:xfrm>
            <a:off x="7591014" y="115097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84" name="Google Shape;684;p36"/>
          <p:cNvSpPr/>
          <p:nvPr>
            <p:ph idx="17" type="pic"/>
          </p:nvPr>
        </p:nvSpPr>
        <p:spPr>
          <a:xfrm>
            <a:off x="8211247" y="115097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85" name="Google Shape;685;p36"/>
          <p:cNvSpPr/>
          <p:nvPr>
            <p:ph idx="18" type="pic"/>
          </p:nvPr>
        </p:nvSpPr>
        <p:spPr>
          <a:xfrm>
            <a:off x="482050" y="17688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86" name="Google Shape;686;p36"/>
          <p:cNvSpPr/>
          <p:nvPr>
            <p:ph idx="19" type="pic"/>
          </p:nvPr>
        </p:nvSpPr>
        <p:spPr>
          <a:xfrm>
            <a:off x="1128300" y="17688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87" name="Google Shape;687;p36"/>
          <p:cNvSpPr/>
          <p:nvPr>
            <p:ph idx="20" type="pic"/>
          </p:nvPr>
        </p:nvSpPr>
        <p:spPr>
          <a:xfrm>
            <a:off x="1774588" y="17688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88" name="Google Shape;688;p36"/>
          <p:cNvSpPr/>
          <p:nvPr>
            <p:ph idx="21" type="pic"/>
          </p:nvPr>
        </p:nvSpPr>
        <p:spPr>
          <a:xfrm>
            <a:off x="2420854" y="17688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89" name="Google Shape;689;p36"/>
          <p:cNvSpPr/>
          <p:nvPr>
            <p:ph idx="22" type="pic"/>
          </p:nvPr>
        </p:nvSpPr>
        <p:spPr>
          <a:xfrm>
            <a:off x="3067100" y="17688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90" name="Google Shape;690;p36"/>
          <p:cNvSpPr/>
          <p:nvPr>
            <p:ph idx="23" type="pic"/>
          </p:nvPr>
        </p:nvSpPr>
        <p:spPr>
          <a:xfrm>
            <a:off x="3713388" y="17688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91" name="Google Shape;691;p36"/>
          <p:cNvSpPr/>
          <p:nvPr>
            <p:ph idx="24" type="pic"/>
          </p:nvPr>
        </p:nvSpPr>
        <p:spPr>
          <a:xfrm>
            <a:off x="4359638" y="17688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92" name="Google Shape;692;p36"/>
          <p:cNvSpPr/>
          <p:nvPr>
            <p:ph idx="25" type="pic"/>
          </p:nvPr>
        </p:nvSpPr>
        <p:spPr>
          <a:xfrm>
            <a:off x="5005900" y="17688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93" name="Google Shape;693;p36"/>
          <p:cNvSpPr/>
          <p:nvPr>
            <p:ph idx="26" type="pic"/>
          </p:nvPr>
        </p:nvSpPr>
        <p:spPr>
          <a:xfrm>
            <a:off x="5652188" y="17688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94" name="Google Shape;694;p36"/>
          <p:cNvSpPr/>
          <p:nvPr>
            <p:ph idx="27" type="pic"/>
          </p:nvPr>
        </p:nvSpPr>
        <p:spPr>
          <a:xfrm>
            <a:off x="6298438" y="17688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95" name="Google Shape;695;p36"/>
          <p:cNvSpPr/>
          <p:nvPr>
            <p:ph idx="28" type="pic"/>
          </p:nvPr>
        </p:nvSpPr>
        <p:spPr>
          <a:xfrm>
            <a:off x="6944713" y="17688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96" name="Google Shape;696;p36"/>
          <p:cNvSpPr/>
          <p:nvPr>
            <p:ph idx="29" type="pic"/>
          </p:nvPr>
        </p:nvSpPr>
        <p:spPr>
          <a:xfrm>
            <a:off x="7591014" y="17688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97" name="Google Shape;697;p36"/>
          <p:cNvSpPr/>
          <p:nvPr>
            <p:ph idx="30" type="pic"/>
          </p:nvPr>
        </p:nvSpPr>
        <p:spPr>
          <a:xfrm>
            <a:off x="8211247" y="17688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36"/>
          <p:cNvSpPr/>
          <p:nvPr>
            <p:ph idx="31" type="pic"/>
          </p:nvPr>
        </p:nvSpPr>
        <p:spPr>
          <a:xfrm>
            <a:off x="482050" y="2391704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36"/>
          <p:cNvSpPr/>
          <p:nvPr>
            <p:ph idx="32" type="pic"/>
          </p:nvPr>
        </p:nvSpPr>
        <p:spPr>
          <a:xfrm>
            <a:off x="1128300" y="239170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00" name="Google Shape;700;p36"/>
          <p:cNvSpPr/>
          <p:nvPr>
            <p:ph idx="33" type="pic"/>
          </p:nvPr>
        </p:nvSpPr>
        <p:spPr>
          <a:xfrm>
            <a:off x="1774588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01" name="Google Shape;701;p36"/>
          <p:cNvSpPr/>
          <p:nvPr>
            <p:ph idx="34" type="pic"/>
          </p:nvPr>
        </p:nvSpPr>
        <p:spPr>
          <a:xfrm>
            <a:off x="2420838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02" name="Google Shape;702;p36"/>
          <p:cNvSpPr/>
          <p:nvPr>
            <p:ph idx="35" type="pic"/>
          </p:nvPr>
        </p:nvSpPr>
        <p:spPr>
          <a:xfrm>
            <a:off x="3067100" y="239170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03" name="Google Shape;703;p36"/>
          <p:cNvSpPr/>
          <p:nvPr>
            <p:ph idx="36" type="pic"/>
          </p:nvPr>
        </p:nvSpPr>
        <p:spPr>
          <a:xfrm>
            <a:off x="3713388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04" name="Google Shape;704;p36"/>
          <p:cNvSpPr/>
          <p:nvPr>
            <p:ph idx="37" type="pic"/>
          </p:nvPr>
        </p:nvSpPr>
        <p:spPr>
          <a:xfrm>
            <a:off x="4359638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05" name="Google Shape;705;p36"/>
          <p:cNvSpPr/>
          <p:nvPr>
            <p:ph idx="38" type="pic"/>
          </p:nvPr>
        </p:nvSpPr>
        <p:spPr>
          <a:xfrm>
            <a:off x="5005900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06" name="Google Shape;706;p36"/>
          <p:cNvSpPr/>
          <p:nvPr>
            <p:ph idx="39" type="pic"/>
          </p:nvPr>
        </p:nvSpPr>
        <p:spPr>
          <a:xfrm>
            <a:off x="5652188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07" name="Google Shape;707;p36"/>
          <p:cNvSpPr/>
          <p:nvPr>
            <p:ph idx="40" type="pic"/>
          </p:nvPr>
        </p:nvSpPr>
        <p:spPr>
          <a:xfrm>
            <a:off x="6298438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08" name="Google Shape;708;p36"/>
          <p:cNvSpPr/>
          <p:nvPr>
            <p:ph idx="41" type="pic"/>
          </p:nvPr>
        </p:nvSpPr>
        <p:spPr>
          <a:xfrm>
            <a:off x="6944713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09" name="Google Shape;709;p36"/>
          <p:cNvSpPr/>
          <p:nvPr>
            <p:ph idx="42" type="pic"/>
          </p:nvPr>
        </p:nvSpPr>
        <p:spPr>
          <a:xfrm>
            <a:off x="7591014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10" name="Google Shape;710;p36"/>
          <p:cNvSpPr/>
          <p:nvPr>
            <p:ph idx="43" type="pic"/>
          </p:nvPr>
        </p:nvSpPr>
        <p:spPr>
          <a:xfrm>
            <a:off x="8211264" y="2391688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11" name="Google Shape;711;p36"/>
          <p:cNvSpPr/>
          <p:nvPr>
            <p:ph idx="44" type="pic"/>
          </p:nvPr>
        </p:nvSpPr>
        <p:spPr>
          <a:xfrm>
            <a:off x="490900" y="3018375"/>
            <a:ext cx="433200" cy="433200"/>
          </a:xfrm>
          <a:prstGeom prst="rect">
            <a:avLst/>
          </a:prstGeom>
          <a:noFill/>
          <a:ln>
            <a:noFill/>
          </a:ln>
        </p:spPr>
      </p:sp>
      <p:sp>
        <p:nvSpPr>
          <p:cNvPr id="712" name="Google Shape;712;p36"/>
          <p:cNvSpPr/>
          <p:nvPr>
            <p:ph idx="45" type="pic"/>
          </p:nvPr>
        </p:nvSpPr>
        <p:spPr>
          <a:xfrm>
            <a:off x="1128300" y="30095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13" name="Google Shape;713;p36"/>
          <p:cNvSpPr/>
          <p:nvPr>
            <p:ph idx="46" type="pic"/>
          </p:nvPr>
        </p:nvSpPr>
        <p:spPr>
          <a:xfrm>
            <a:off x="1774588" y="30095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14" name="Google Shape;714;p36"/>
          <p:cNvSpPr/>
          <p:nvPr>
            <p:ph idx="47" type="pic"/>
          </p:nvPr>
        </p:nvSpPr>
        <p:spPr>
          <a:xfrm>
            <a:off x="2420838" y="30095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15" name="Google Shape;715;p36"/>
          <p:cNvSpPr/>
          <p:nvPr>
            <p:ph idx="48" type="pic"/>
          </p:nvPr>
        </p:nvSpPr>
        <p:spPr>
          <a:xfrm>
            <a:off x="3067100" y="30095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16" name="Google Shape;716;p36"/>
          <p:cNvSpPr/>
          <p:nvPr>
            <p:ph idx="49" type="pic"/>
          </p:nvPr>
        </p:nvSpPr>
        <p:spPr>
          <a:xfrm>
            <a:off x="3713388" y="30095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17" name="Google Shape;717;p36"/>
          <p:cNvSpPr/>
          <p:nvPr>
            <p:ph idx="50" type="pic"/>
          </p:nvPr>
        </p:nvSpPr>
        <p:spPr>
          <a:xfrm>
            <a:off x="4359638" y="30095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18" name="Google Shape;718;p36"/>
          <p:cNvSpPr/>
          <p:nvPr>
            <p:ph idx="51" type="pic"/>
          </p:nvPr>
        </p:nvSpPr>
        <p:spPr>
          <a:xfrm>
            <a:off x="5005900" y="30095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19" name="Google Shape;719;p36"/>
          <p:cNvSpPr/>
          <p:nvPr>
            <p:ph idx="52" type="pic"/>
          </p:nvPr>
        </p:nvSpPr>
        <p:spPr>
          <a:xfrm>
            <a:off x="5652188" y="30095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20" name="Google Shape;720;p36"/>
          <p:cNvSpPr/>
          <p:nvPr>
            <p:ph idx="53" type="pic"/>
          </p:nvPr>
        </p:nvSpPr>
        <p:spPr>
          <a:xfrm>
            <a:off x="6298438" y="3009541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21" name="Google Shape;721;p36"/>
          <p:cNvSpPr/>
          <p:nvPr>
            <p:ph idx="54" type="pic"/>
          </p:nvPr>
        </p:nvSpPr>
        <p:spPr>
          <a:xfrm>
            <a:off x="6944713" y="3009542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22" name="Google Shape;722;p36"/>
          <p:cNvSpPr/>
          <p:nvPr>
            <p:ph idx="55" type="pic"/>
          </p:nvPr>
        </p:nvSpPr>
        <p:spPr>
          <a:xfrm>
            <a:off x="7591014" y="30095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23" name="Google Shape;723;p36"/>
          <p:cNvSpPr/>
          <p:nvPr>
            <p:ph idx="56" type="pic"/>
          </p:nvPr>
        </p:nvSpPr>
        <p:spPr>
          <a:xfrm>
            <a:off x="8211247" y="300952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24" name="Google Shape;724;p36"/>
          <p:cNvSpPr/>
          <p:nvPr>
            <p:ph idx="57" type="pic"/>
          </p:nvPr>
        </p:nvSpPr>
        <p:spPr>
          <a:xfrm>
            <a:off x="482050" y="363240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25" name="Google Shape;725;p36"/>
          <p:cNvSpPr/>
          <p:nvPr>
            <p:ph idx="58" type="pic"/>
          </p:nvPr>
        </p:nvSpPr>
        <p:spPr>
          <a:xfrm>
            <a:off x="1128300" y="363240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26" name="Google Shape;726;p36"/>
          <p:cNvSpPr/>
          <p:nvPr>
            <p:ph idx="59" type="pic"/>
          </p:nvPr>
        </p:nvSpPr>
        <p:spPr>
          <a:xfrm>
            <a:off x="1774588" y="3632413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27" name="Google Shape;727;p36"/>
          <p:cNvSpPr/>
          <p:nvPr>
            <p:ph idx="60" type="pic"/>
          </p:nvPr>
        </p:nvSpPr>
        <p:spPr>
          <a:xfrm>
            <a:off x="2420838" y="3632417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28" name="Google Shape;728;p36"/>
          <p:cNvSpPr/>
          <p:nvPr>
            <p:ph idx="61" type="pic"/>
          </p:nvPr>
        </p:nvSpPr>
        <p:spPr>
          <a:xfrm>
            <a:off x="3067100" y="363240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29" name="Google Shape;729;p36"/>
          <p:cNvSpPr/>
          <p:nvPr>
            <p:ph idx="62" type="pic"/>
          </p:nvPr>
        </p:nvSpPr>
        <p:spPr>
          <a:xfrm>
            <a:off x="3713388" y="3632417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30" name="Google Shape;730;p36"/>
          <p:cNvSpPr/>
          <p:nvPr>
            <p:ph idx="63" type="pic"/>
          </p:nvPr>
        </p:nvSpPr>
        <p:spPr>
          <a:xfrm>
            <a:off x="4359638" y="363240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31" name="Google Shape;731;p36"/>
          <p:cNvSpPr/>
          <p:nvPr>
            <p:ph idx="64" type="pic"/>
          </p:nvPr>
        </p:nvSpPr>
        <p:spPr>
          <a:xfrm>
            <a:off x="5005875" y="363237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32" name="Google Shape;732;p36"/>
          <p:cNvSpPr/>
          <p:nvPr>
            <p:ph idx="65" type="pic"/>
          </p:nvPr>
        </p:nvSpPr>
        <p:spPr>
          <a:xfrm>
            <a:off x="5652188" y="363240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33" name="Google Shape;733;p36"/>
          <p:cNvSpPr/>
          <p:nvPr>
            <p:ph idx="66" type="pic"/>
          </p:nvPr>
        </p:nvSpPr>
        <p:spPr>
          <a:xfrm>
            <a:off x="6298438" y="363240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34" name="Google Shape;734;p36"/>
          <p:cNvSpPr/>
          <p:nvPr>
            <p:ph idx="67" type="pic"/>
          </p:nvPr>
        </p:nvSpPr>
        <p:spPr>
          <a:xfrm>
            <a:off x="6944713" y="363240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35" name="Google Shape;735;p36"/>
          <p:cNvSpPr/>
          <p:nvPr>
            <p:ph idx="68" type="pic"/>
          </p:nvPr>
        </p:nvSpPr>
        <p:spPr>
          <a:xfrm>
            <a:off x="7591026" y="363240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36" name="Google Shape;736;p36"/>
          <p:cNvSpPr/>
          <p:nvPr>
            <p:ph idx="69" type="pic"/>
          </p:nvPr>
        </p:nvSpPr>
        <p:spPr>
          <a:xfrm>
            <a:off x="8211264" y="363240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37" name="Google Shape;737;p36"/>
          <p:cNvSpPr/>
          <p:nvPr>
            <p:ph idx="70" type="pic"/>
          </p:nvPr>
        </p:nvSpPr>
        <p:spPr>
          <a:xfrm>
            <a:off x="482050" y="425527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38" name="Google Shape;738;p36"/>
          <p:cNvSpPr/>
          <p:nvPr>
            <p:ph idx="71" type="pic"/>
          </p:nvPr>
        </p:nvSpPr>
        <p:spPr>
          <a:xfrm>
            <a:off x="1128300" y="425527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39" name="Google Shape;739;p36"/>
          <p:cNvSpPr/>
          <p:nvPr>
            <p:ph idx="72" type="pic"/>
          </p:nvPr>
        </p:nvSpPr>
        <p:spPr>
          <a:xfrm>
            <a:off x="1774588" y="4255275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40" name="Google Shape;740;p36"/>
          <p:cNvSpPr/>
          <p:nvPr/>
        </p:nvSpPr>
        <p:spPr>
          <a:xfrm>
            <a:off x="2420851" y="425174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36"/>
          <p:cNvSpPr/>
          <p:nvPr/>
        </p:nvSpPr>
        <p:spPr>
          <a:xfrm>
            <a:off x="3067118" y="425174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36"/>
          <p:cNvSpPr/>
          <p:nvPr/>
        </p:nvSpPr>
        <p:spPr>
          <a:xfrm>
            <a:off x="3713385" y="425174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36"/>
          <p:cNvSpPr/>
          <p:nvPr>
            <p:ph idx="73" type="pic"/>
          </p:nvPr>
        </p:nvSpPr>
        <p:spPr>
          <a:xfrm>
            <a:off x="2420838" y="425025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44" name="Google Shape;744;p36"/>
          <p:cNvSpPr/>
          <p:nvPr>
            <p:ph idx="74" type="pic"/>
          </p:nvPr>
        </p:nvSpPr>
        <p:spPr>
          <a:xfrm>
            <a:off x="3067100" y="425025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45" name="Google Shape;745;p36"/>
          <p:cNvSpPr/>
          <p:nvPr>
            <p:ph idx="75" type="pic"/>
          </p:nvPr>
        </p:nvSpPr>
        <p:spPr>
          <a:xfrm>
            <a:off x="3713388" y="4250250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46" name="Google Shape;746;p36"/>
          <p:cNvSpPr/>
          <p:nvPr/>
        </p:nvSpPr>
        <p:spPr>
          <a:xfrm>
            <a:off x="4359652" y="4251743"/>
            <a:ext cx="450900" cy="4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6275" lIns="66275" spcFirstLastPara="1" rIns="66275" wrap="square" tIns="6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1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36"/>
          <p:cNvSpPr/>
          <p:nvPr>
            <p:ph idx="76" type="pic"/>
          </p:nvPr>
        </p:nvSpPr>
        <p:spPr>
          <a:xfrm>
            <a:off x="4359638" y="4250267"/>
            <a:ext cx="450900" cy="450900"/>
          </a:xfrm>
          <a:prstGeom prst="rect">
            <a:avLst/>
          </a:prstGeom>
          <a:noFill/>
          <a:ln>
            <a:noFill/>
          </a:ln>
        </p:spPr>
      </p:sp>
      <p:sp>
        <p:nvSpPr>
          <p:cNvPr id="748" name="Google Shape;748;p36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9" name="Google Shape;749;p36"/>
          <p:cNvSpPr txBox="1"/>
          <p:nvPr>
            <p:ph idx="77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0" name="Google Shape;750;p36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Icons Square - Dark">
  <p:cSld name="BLANK_1_1_1">
    <p:bg>
      <p:bgPr>
        <a:solidFill>
          <a:schemeClr val="dk1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7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3" name="Google Shape;753;p37"/>
          <p:cNvSpPr/>
          <p:nvPr/>
        </p:nvSpPr>
        <p:spPr>
          <a:xfrm>
            <a:off x="482050" y="115247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37"/>
          <p:cNvSpPr/>
          <p:nvPr/>
        </p:nvSpPr>
        <p:spPr>
          <a:xfrm>
            <a:off x="1325316" y="115247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37"/>
          <p:cNvSpPr/>
          <p:nvPr/>
        </p:nvSpPr>
        <p:spPr>
          <a:xfrm>
            <a:off x="2168581" y="115247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37"/>
          <p:cNvSpPr/>
          <p:nvPr/>
        </p:nvSpPr>
        <p:spPr>
          <a:xfrm>
            <a:off x="3011847" y="115247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37"/>
          <p:cNvSpPr/>
          <p:nvPr/>
        </p:nvSpPr>
        <p:spPr>
          <a:xfrm>
            <a:off x="3855113" y="115247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7"/>
          <p:cNvSpPr/>
          <p:nvPr/>
        </p:nvSpPr>
        <p:spPr>
          <a:xfrm>
            <a:off x="4698378" y="115247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37"/>
          <p:cNvSpPr/>
          <p:nvPr/>
        </p:nvSpPr>
        <p:spPr>
          <a:xfrm>
            <a:off x="5541644" y="115247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7"/>
          <p:cNvSpPr/>
          <p:nvPr/>
        </p:nvSpPr>
        <p:spPr>
          <a:xfrm>
            <a:off x="6384910" y="115247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37"/>
          <p:cNvSpPr/>
          <p:nvPr/>
        </p:nvSpPr>
        <p:spPr>
          <a:xfrm>
            <a:off x="7228175" y="115247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37"/>
          <p:cNvSpPr/>
          <p:nvPr/>
        </p:nvSpPr>
        <p:spPr>
          <a:xfrm>
            <a:off x="482050" y="1890012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37"/>
          <p:cNvSpPr/>
          <p:nvPr/>
        </p:nvSpPr>
        <p:spPr>
          <a:xfrm>
            <a:off x="1325316" y="1890012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37"/>
          <p:cNvSpPr/>
          <p:nvPr/>
        </p:nvSpPr>
        <p:spPr>
          <a:xfrm>
            <a:off x="2168581" y="1890012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37"/>
          <p:cNvSpPr/>
          <p:nvPr/>
        </p:nvSpPr>
        <p:spPr>
          <a:xfrm>
            <a:off x="3011847" y="1890012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37"/>
          <p:cNvSpPr/>
          <p:nvPr/>
        </p:nvSpPr>
        <p:spPr>
          <a:xfrm>
            <a:off x="3855113" y="1890012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37"/>
          <p:cNvSpPr/>
          <p:nvPr/>
        </p:nvSpPr>
        <p:spPr>
          <a:xfrm>
            <a:off x="4698378" y="1890012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37"/>
          <p:cNvSpPr/>
          <p:nvPr/>
        </p:nvSpPr>
        <p:spPr>
          <a:xfrm>
            <a:off x="5541644" y="1890012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37"/>
          <p:cNvSpPr/>
          <p:nvPr/>
        </p:nvSpPr>
        <p:spPr>
          <a:xfrm>
            <a:off x="6384910" y="1890012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37"/>
          <p:cNvSpPr/>
          <p:nvPr/>
        </p:nvSpPr>
        <p:spPr>
          <a:xfrm>
            <a:off x="7228175" y="1890012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37"/>
          <p:cNvSpPr/>
          <p:nvPr>
            <p:ph idx="2" type="pic"/>
          </p:nvPr>
        </p:nvSpPr>
        <p:spPr>
          <a:xfrm>
            <a:off x="553881" y="1222349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772" name="Google Shape;772;p37"/>
          <p:cNvSpPr/>
          <p:nvPr>
            <p:ph idx="3" type="pic"/>
          </p:nvPr>
        </p:nvSpPr>
        <p:spPr>
          <a:xfrm>
            <a:off x="1397124" y="1222349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773" name="Google Shape;773;p37"/>
          <p:cNvSpPr/>
          <p:nvPr>
            <p:ph idx="4" type="pic"/>
          </p:nvPr>
        </p:nvSpPr>
        <p:spPr>
          <a:xfrm>
            <a:off x="2240416" y="1222349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774" name="Google Shape;774;p37"/>
          <p:cNvSpPr/>
          <p:nvPr>
            <p:ph idx="5" type="pic"/>
          </p:nvPr>
        </p:nvSpPr>
        <p:spPr>
          <a:xfrm>
            <a:off x="3083660" y="1222349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775" name="Google Shape;775;p37"/>
          <p:cNvSpPr/>
          <p:nvPr>
            <p:ph idx="6" type="pic"/>
          </p:nvPr>
        </p:nvSpPr>
        <p:spPr>
          <a:xfrm>
            <a:off x="3926920" y="1222349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776" name="Google Shape;776;p37"/>
          <p:cNvSpPr/>
          <p:nvPr>
            <p:ph idx="7" type="pic"/>
          </p:nvPr>
        </p:nvSpPr>
        <p:spPr>
          <a:xfrm>
            <a:off x="4770212" y="1222349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777" name="Google Shape;777;p37"/>
          <p:cNvSpPr/>
          <p:nvPr>
            <p:ph idx="8" type="pic"/>
          </p:nvPr>
        </p:nvSpPr>
        <p:spPr>
          <a:xfrm>
            <a:off x="5613455" y="1222349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778" name="Google Shape;778;p37"/>
          <p:cNvSpPr/>
          <p:nvPr>
            <p:ph idx="9" type="pic"/>
          </p:nvPr>
        </p:nvSpPr>
        <p:spPr>
          <a:xfrm>
            <a:off x="6456715" y="1222349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779" name="Google Shape;779;p37"/>
          <p:cNvSpPr/>
          <p:nvPr>
            <p:ph idx="13" type="pic"/>
          </p:nvPr>
        </p:nvSpPr>
        <p:spPr>
          <a:xfrm>
            <a:off x="7300007" y="1222349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780" name="Google Shape;780;p37"/>
          <p:cNvSpPr/>
          <p:nvPr>
            <p:ph idx="14" type="pic"/>
          </p:nvPr>
        </p:nvSpPr>
        <p:spPr>
          <a:xfrm>
            <a:off x="553881" y="1959895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781" name="Google Shape;781;p37"/>
          <p:cNvSpPr/>
          <p:nvPr>
            <p:ph idx="15" type="pic"/>
          </p:nvPr>
        </p:nvSpPr>
        <p:spPr>
          <a:xfrm>
            <a:off x="1397124" y="1959895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782" name="Google Shape;782;p37"/>
          <p:cNvSpPr/>
          <p:nvPr>
            <p:ph idx="16" type="pic"/>
          </p:nvPr>
        </p:nvSpPr>
        <p:spPr>
          <a:xfrm>
            <a:off x="2240416" y="1959895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783" name="Google Shape;783;p37"/>
          <p:cNvSpPr/>
          <p:nvPr>
            <p:ph idx="17" type="pic"/>
          </p:nvPr>
        </p:nvSpPr>
        <p:spPr>
          <a:xfrm>
            <a:off x="3083660" y="1959895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784" name="Google Shape;784;p37"/>
          <p:cNvSpPr/>
          <p:nvPr>
            <p:ph idx="18" type="pic"/>
          </p:nvPr>
        </p:nvSpPr>
        <p:spPr>
          <a:xfrm>
            <a:off x="3926920" y="1959895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785" name="Google Shape;785;p37"/>
          <p:cNvSpPr/>
          <p:nvPr>
            <p:ph idx="19" type="pic"/>
          </p:nvPr>
        </p:nvSpPr>
        <p:spPr>
          <a:xfrm>
            <a:off x="4770212" y="1959895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786" name="Google Shape;786;p37"/>
          <p:cNvSpPr/>
          <p:nvPr>
            <p:ph idx="20" type="pic"/>
          </p:nvPr>
        </p:nvSpPr>
        <p:spPr>
          <a:xfrm>
            <a:off x="5613455" y="1959895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787" name="Google Shape;787;p37"/>
          <p:cNvSpPr/>
          <p:nvPr>
            <p:ph idx="21" type="pic"/>
          </p:nvPr>
        </p:nvSpPr>
        <p:spPr>
          <a:xfrm>
            <a:off x="6456715" y="1959895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788" name="Google Shape;788;p37"/>
          <p:cNvSpPr/>
          <p:nvPr>
            <p:ph idx="22" type="pic"/>
          </p:nvPr>
        </p:nvSpPr>
        <p:spPr>
          <a:xfrm>
            <a:off x="7300007" y="1959895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789" name="Google Shape;789;p37"/>
          <p:cNvSpPr/>
          <p:nvPr/>
        </p:nvSpPr>
        <p:spPr>
          <a:xfrm>
            <a:off x="482050" y="2651597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7"/>
          <p:cNvSpPr/>
          <p:nvPr/>
        </p:nvSpPr>
        <p:spPr>
          <a:xfrm>
            <a:off x="1325316" y="2651597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37"/>
          <p:cNvSpPr/>
          <p:nvPr/>
        </p:nvSpPr>
        <p:spPr>
          <a:xfrm>
            <a:off x="2168581" y="2651597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37"/>
          <p:cNvSpPr/>
          <p:nvPr/>
        </p:nvSpPr>
        <p:spPr>
          <a:xfrm>
            <a:off x="3011847" y="2651597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37"/>
          <p:cNvSpPr/>
          <p:nvPr/>
        </p:nvSpPr>
        <p:spPr>
          <a:xfrm>
            <a:off x="3855113" y="2651597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37"/>
          <p:cNvSpPr/>
          <p:nvPr/>
        </p:nvSpPr>
        <p:spPr>
          <a:xfrm>
            <a:off x="4698378" y="2651597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37"/>
          <p:cNvSpPr/>
          <p:nvPr/>
        </p:nvSpPr>
        <p:spPr>
          <a:xfrm>
            <a:off x="5541644" y="2651597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37"/>
          <p:cNvSpPr/>
          <p:nvPr/>
        </p:nvSpPr>
        <p:spPr>
          <a:xfrm>
            <a:off x="6384910" y="2651597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7"/>
          <p:cNvSpPr/>
          <p:nvPr/>
        </p:nvSpPr>
        <p:spPr>
          <a:xfrm>
            <a:off x="7228175" y="2651597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37"/>
          <p:cNvSpPr/>
          <p:nvPr/>
        </p:nvSpPr>
        <p:spPr>
          <a:xfrm>
            <a:off x="482050" y="3398364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37"/>
          <p:cNvSpPr/>
          <p:nvPr/>
        </p:nvSpPr>
        <p:spPr>
          <a:xfrm>
            <a:off x="1325316" y="3398364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37"/>
          <p:cNvSpPr/>
          <p:nvPr/>
        </p:nvSpPr>
        <p:spPr>
          <a:xfrm>
            <a:off x="2168581" y="3398364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37"/>
          <p:cNvSpPr/>
          <p:nvPr/>
        </p:nvSpPr>
        <p:spPr>
          <a:xfrm>
            <a:off x="3011847" y="3398364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37"/>
          <p:cNvSpPr/>
          <p:nvPr/>
        </p:nvSpPr>
        <p:spPr>
          <a:xfrm>
            <a:off x="3855113" y="3398364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37"/>
          <p:cNvSpPr/>
          <p:nvPr/>
        </p:nvSpPr>
        <p:spPr>
          <a:xfrm>
            <a:off x="4698378" y="3398364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37"/>
          <p:cNvSpPr/>
          <p:nvPr/>
        </p:nvSpPr>
        <p:spPr>
          <a:xfrm>
            <a:off x="5541644" y="3398364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37"/>
          <p:cNvSpPr/>
          <p:nvPr/>
        </p:nvSpPr>
        <p:spPr>
          <a:xfrm>
            <a:off x="6384910" y="3398364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37"/>
          <p:cNvSpPr/>
          <p:nvPr/>
        </p:nvSpPr>
        <p:spPr>
          <a:xfrm>
            <a:off x="7228175" y="3398364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37"/>
          <p:cNvSpPr/>
          <p:nvPr>
            <p:ph idx="23" type="pic"/>
          </p:nvPr>
        </p:nvSpPr>
        <p:spPr>
          <a:xfrm>
            <a:off x="553881" y="2721472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08" name="Google Shape;808;p37"/>
          <p:cNvSpPr/>
          <p:nvPr>
            <p:ph idx="24" type="pic"/>
          </p:nvPr>
        </p:nvSpPr>
        <p:spPr>
          <a:xfrm>
            <a:off x="1397124" y="2721472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09" name="Google Shape;809;p37"/>
          <p:cNvSpPr/>
          <p:nvPr>
            <p:ph idx="25" type="pic"/>
          </p:nvPr>
        </p:nvSpPr>
        <p:spPr>
          <a:xfrm>
            <a:off x="2240416" y="2721472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10" name="Google Shape;810;p37"/>
          <p:cNvSpPr/>
          <p:nvPr>
            <p:ph idx="26" type="pic"/>
          </p:nvPr>
        </p:nvSpPr>
        <p:spPr>
          <a:xfrm>
            <a:off x="3083660" y="2721472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11" name="Google Shape;811;p37"/>
          <p:cNvSpPr/>
          <p:nvPr>
            <p:ph idx="27" type="pic"/>
          </p:nvPr>
        </p:nvSpPr>
        <p:spPr>
          <a:xfrm>
            <a:off x="3926920" y="2721472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12" name="Google Shape;812;p37"/>
          <p:cNvSpPr/>
          <p:nvPr>
            <p:ph idx="28" type="pic"/>
          </p:nvPr>
        </p:nvSpPr>
        <p:spPr>
          <a:xfrm>
            <a:off x="4770212" y="2721472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13" name="Google Shape;813;p37"/>
          <p:cNvSpPr/>
          <p:nvPr>
            <p:ph idx="29" type="pic"/>
          </p:nvPr>
        </p:nvSpPr>
        <p:spPr>
          <a:xfrm>
            <a:off x="5613455" y="2721472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14" name="Google Shape;814;p37"/>
          <p:cNvSpPr/>
          <p:nvPr>
            <p:ph idx="30" type="pic"/>
          </p:nvPr>
        </p:nvSpPr>
        <p:spPr>
          <a:xfrm>
            <a:off x="6456715" y="2721472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15" name="Google Shape;815;p37"/>
          <p:cNvSpPr/>
          <p:nvPr>
            <p:ph idx="31" type="pic"/>
          </p:nvPr>
        </p:nvSpPr>
        <p:spPr>
          <a:xfrm>
            <a:off x="7300007" y="2721472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16" name="Google Shape;816;p37"/>
          <p:cNvSpPr/>
          <p:nvPr>
            <p:ph idx="32" type="pic"/>
          </p:nvPr>
        </p:nvSpPr>
        <p:spPr>
          <a:xfrm>
            <a:off x="553881" y="3468247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17" name="Google Shape;817;p37"/>
          <p:cNvSpPr/>
          <p:nvPr>
            <p:ph idx="33" type="pic"/>
          </p:nvPr>
        </p:nvSpPr>
        <p:spPr>
          <a:xfrm>
            <a:off x="1397124" y="3468247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18" name="Google Shape;818;p37"/>
          <p:cNvSpPr/>
          <p:nvPr>
            <p:ph idx="34" type="pic"/>
          </p:nvPr>
        </p:nvSpPr>
        <p:spPr>
          <a:xfrm>
            <a:off x="2240416" y="3468247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19" name="Google Shape;819;p37"/>
          <p:cNvSpPr/>
          <p:nvPr>
            <p:ph idx="35" type="pic"/>
          </p:nvPr>
        </p:nvSpPr>
        <p:spPr>
          <a:xfrm>
            <a:off x="3083660" y="3468247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20" name="Google Shape;820;p37"/>
          <p:cNvSpPr/>
          <p:nvPr>
            <p:ph idx="36" type="pic"/>
          </p:nvPr>
        </p:nvSpPr>
        <p:spPr>
          <a:xfrm>
            <a:off x="3926920" y="3468247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21" name="Google Shape;821;p37"/>
          <p:cNvSpPr/>
          <p:nvPr>
            <p:ph idx="37" type="pic"/>
          </p:nvPr>
        </p:nvSpPr>
        <p:spPr>
          <a:xfrm>
            <a:off x="4770212" y="3468247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22" name="Google Shape;822;p37"/>
          <p:cNvSpPr/>
          <p:nvPr>
            <p:ph idx="38" type="pic"/>
          </p:nvPr>
        </p:nvSpPr>
        <p:spPr>
          <a:xfrm>
            <a:off x="5613455" y="3468247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23" name="Google Shape;823;p37"/>
          <p:cNvSpPr/>
          <p:nvPr>
            <p:ph idx="39" type="pic"/>
          </p:nvPr>
        </p:nvSpPr>
        <p:spPr>
          <a:xfrm>
            <a:off x="6456715" y="3468247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24" name="Google Shape;824;p37"/>
          <p:cNvSpPr/>
          <p:nvPr>
            <p:ph idx="40" type="pic"/>
          </p:nvPr>
        </p:nvSpPr>
        <p:spPr>
          <a:xfrm>
            <a:off x="7300007" y="3468247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25" name="Google Shape;825;p37"/>
          <p:cNvSpPr/>
          <p:nvPr/>
        </p:nvSpPr>
        <p:spPr>
          <a:xfrm>
            <a:off x="8071450" y="115247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37"/>
          <p:cNvSpPr/>
          <p:nvPr/>
        </p:nvSpPr>
        <p:spPr>
          <a:xfrm>
            <a:off x="8071450" y="1890012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37"/>
          <p:cNvSpPr/>
          <p:nvPr>
            <p:ph idx="41" type="pic"/>
          </p:nvPr>
        </p:nvSpPr>
        <p:spPr>
          <a:xfrm>
            <a:off x="8143282" y="1222349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28" name="Google Shape;828;p37"/>
          <p:cNvSpPr/>
          <p:nvPr>
            <p:ph idx="42" type="pic"/>
          </p:nvPr>
        </p:nvSpPr>
        <p:spPr>
          <a:xfrm>
            <a:off x="8143282" y="1959895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29" name="Google Shape;829;p37"/>
          <p:cNvSpPr/>
          <p:nvPr/>
        </p:nvSpPr>
        <p:spPr>
          <a:xfrm>
            <a:off x="8071450" y="2651597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7"/>
          <p:cNvSpPr/>
          <p:nvPr>
            <p:ph idx="43" type="pic"/>
          </p:nvPr>
        </p:nvSpPr>
        <p:spPr>
          <a:xfrm>
            <a:off x="8143282" y="2721472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31" name="Google Shape;831;p37"/>
          <p:cNvSpPr/>
          <p:nvPr/>
        </p:nvSpPr>
        <p:spPr>
          <a:xfrm>
            <a:off x="8071450" y="3393480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37"/>
          <p:cNvSpPr/>
          <p:nvPr>
            <p:ph idx="44" type="pic"/>
          </p:nvPr>
        </p:nvSpPr>
        <p:spPr>
          <a:xfrm>
            <a:off x="8143282" y="3463354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33" name="Google Shape;833;p37"/>
          <p:cNvSpPr/>
          <p:nvPr/>
        </p:nvSpPr>
        <p:spPr>
          <a:xfrm>
            <a:off x="482050" y="412884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37"/>
          <p:cNvSpPr/>
          <p:nvPr/>
        </p:nvSpPr>
        <p:spPr>
          <a:xfrm>
            <a:off x="1325316" y="412884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37"/>
          <p:cNvSpPr/>
          <p:nvPr/>
        </p:nvSpPr>
        <p:spPr>
          <a:xfrm>
            <a:off x="2168581" y="412884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37"/>
          <p:cNvSpPr/>
          <p:nvPr/>
        </p:nvSpPr>
        <p:spPr>
          <a:xfrm>
            <a:off x="3011847" y="412884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37"/>
          <p:cNvSpPr/>
          <p:nvPr/>
        </p:nvSpPr>
        <p:spPr>
          <a:xfrm>
            <a:off x="3855113" y="412884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37"/>
          <p:cNvSpPr/>
          <p:nvPr/>
        </p:nvSpPr>
        <p:spPr>
          <a:xfrm>
            <a:off x="4698378" y="412884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37"/>
          <p:cNvSpPr/>
          <p:nvPr/>
        </p:nvSpPr>
        <p:spPr>
          <a:xfrm>
            <a:off x="5541644" y="412884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37"/>
          <p:cNvSpPr/>
          <p:nvPr/>
        </p:nvSpPr>
        <p:spPr>
          <a:xfrm>
            <a:off x="6384910" y="412884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37"/>
          <p:cNvSpPr/>
          <p:nvPr/>
        </p:nvSpPr>
        <p:spPr>
          <a:xfrm>
            <a:off x="7228175" y="4128845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37"/>
          <p:cNvSpPr/>
          <p:nvPr>
            <p:ph idx="45" type="pic"/>
          </p:nvPr>
        </p:nvSpPr>
        <p:spPr>
          <a:xfrm>
            <a:off x="553881" y="4198728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43" name="Google Shape;843;p37"/>
          <p:cNvSpPr/>
          <p:nvPr>
            <p:ph idx="46" type="pic"/>
          </p:nvPr>
        </p:nvSpPr>
        <p:spPr>
          <a:xfrm>
            <a:off x="1397124" y="4198728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44" name="Google Shape;844;p37"/>
          <p:cNvSpPr/>
          <p:nvPr>
            <p:ph idx="47" type="pic"/>
          </p:nvPr>
        </p:nvSpPr>
        <p:spPr>
          <a:xfrm>
            <a:off x="2240416" y="4198728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45" name="Google Shape;845;p37"/>
          <p:cNvSpPr/>
          <p:nvPr>
            <p:ph idx="48" type="pic"/>
          </p:nvPr>
        </p:nvSpPr>
        <p:spPr>
          <a:xfrm>
            <a:off x="3083660" y="4198728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46" name="Google Shape;846;p37"/>
          <p:cNvSpPr/>
          <p:nvPr>
            <p:ph idx="49" type="pic"/>
          </p:nvPr>
        </p:nvSpPr>
        <p:spPr>
          <a:xfrm>
            <a:off x="3926920" y="4198728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47" name="Google Shape;847;p37"/>
          <p:cNvSpPr/>
          <p:nvPr>
            <p:ph idx="50" type="pic"/>
          </p:nvPr>
        </p:nvSpPr>
        <p:spPr>
          <a:xfrm>
            <a:off x="4770212" y="4198728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48" name="Google Shape;848;p37"/>
          <p:cNvSpPr/>
          <p:nvPr>
            <p:ph idx="51" type="pic"/>
          </p:nvPr>
        </p:nvSpPr>
        <p:spPr>
          <a:xfrm>
            <a:off x="5613455" y="4198728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49" name="Google Shape;849;p37"/>
          <p:cNvSpPr/>
          <p:nvPr>
            <p:ph idx="52" type="pic"/>
          </p:nvPr>
        </p:nvSpPr>
        <p:spPr>
          <a:xfrm>
            <a:off x="6456715" y="4198728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50" name="Google Shape;850;p37"/>
          <p:cNvSpPr/>
          <p:nvPr>
            <p:ph idx="53" type="pic"/>
          </p:nvPr>
        </p:nvSpPr>
        <p:spPr>
          <a:xfrm>
            <a:off x="7300007" y="4198728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51" name="Google Shape;851;p37"/>
          <p:cNvSpPr/>
          <p:nvPr/>
        </p:nvSpPr>
        <p:spPr>
          <a:xfrm>
            <a:off x="8071450" y="4123960"/>
            <a:ext cx="588300" cy="58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6475" lIns="86475" spcFirstLastPara="1" rIns="86475" wrap="square" tIns="8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37"/>
          <p:cNvSpPr/>
          <p:nvPr>
            <p:ph idx="54" type="pic"/>
          </p:nvPr>
        </p:nvSpPr>
        <p:spPr>
          <a:xfrm>
            <a:off x="8143282" y="4193834"/>
            <a:ext cx="444600" cy="444600"/>
          </a:xfrm>
          <a:prstGeom prst="rect">
            <a:avLst/>
          </a:prstGeom>
          <a:noFill/>
          <a:ln>
            <a:noFill/>
          </a:ln>
        </p:spPr>
      </p:sp>
      <p:sp>
        <p:nvSpPr>
          <p:cNvPr id="853" name="Google Shape;853;p37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4" name="Google Shape;854;p37"/>
          <p:cNvSpPr txBox="1"/>
          <p:nvPr>
            <p:ph idx="55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5" name="Google Shape;855;p37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 Icons Square - Dark">
  <p:cSld name="BLANK_1_1_1_1">
    <p:bg>
      <p:bgPr>
        <a:solidFill>
          <a:schemeClr val="dk1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8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8" name="Google Shape;858;p38"/>
          <p:cNvSpPr/>
          <p:nvPr/>
        </p:nvSpPr>
        <p:spPr>
          <a:xfrm>
            <a:off x="482050" y="1152475"/>
            <a:ext cx="1543200" cy="154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29300" lIns="229300" spcFirstLastPara="1" rIns="229300" wrap="square" tIns="22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8"/>
          <p:cNvSpPr/>
          <p:nvPr/>
        </p:nvSpPr>
        <p:spPr>
          <a:xfrm>
            <a:off x="2694345" y="1152475"/>
            <a:ext cx="1543200" cy="154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29300" lIns="229300" spcFirstLastPara="1" rIns="229300" wrap="square" tIns="22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8"/>
          <p:cNvSpPr/>
          <p:nvPr/>
        </p:nvSpPr>
        <p:spPr>
          <a:xfrm>
            <a:off x="4906639" y="1152475"/>
            <a:ext cx="1543200" cy="154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29300" lIns="229300" spcFirstLastPara="1" rIns="229300" wrap="square" tIns="22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38"/>
          <p:cNvSpPr/>
          <p:nvPr/>
        </p:nvSpPr>
        <p:spPr>
          <a:xfrm>
            <a:off x="7118934" y="1152475"/>
            <a:ext cx="1543200" cy="154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29300" lIns="229300" spcFirstLastPara="1" rIns="229300" wrap="square" tIns="22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8"/>
          <p:cNvSpPr/>
          <p:nvPr>
            <p:ph idx="2" type="pic"/>
          </p:nvPr>
        </p:nvSpPr>
        <p:spPr>
          <a:xfrm>
            <a:off x="670497" y="1337740"/>
            <a:ext cx="1166700" cy="11790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38"/>
          <p:cNvSpPr/>
          <p:nvPr>
            <p:ph idx="3" type="pic"/>
          </p:nvPr>
        </p:nvSpPr>
        <p:spPr>
          <a:xfrm>
            <a:off x="2882733" y="1337740"/>
            <a:ext cx="1166700" cy="11790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38"/>
          <p:cNvSpPr/>
          <p:nvPr>
            <p:ph idx="4" type="pic"/>
          </p:nvPr>
        </p:nvSpPr>
        <p:spPr>
          <a:xfrm>
            <a:off x="5095097" y="1337740"/>
            <a:ext cx="1166700" cy="1179000"/>
          </a:xfrm>
          <a:prstGeom prst="rect">
            <a:avLst/>
          </a:prstGeom>
          <a:noFill/>
          <a:ln>
            <a:noFill/>
          </a:ln>
        </p:spPr>
      </p:sp>
      <p:sp>
        <p:nvSpPr>
          <p:cNvPr id="865" name="Google Shape;865;p38"/>
          <p:cNvSpPr/>
          <p:nvPr>
            <p:ph idx="5" type="pic"/>
          </p:nvPr>
        </p:nvSpPr>
        <p:spPr>
          <a:xfrm>
            <a:off x="7307333" y="1337740"/>
            <a:ext cx="1166700" cy="11790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38"/>
          <p:cNvSpPr/>
          <p:nvPr/>
        </p:nvSpPr>
        <p:spPr>
          <a:xfrm>
            <a:off x="482050" y="3150150"/>
            <a:ext cx="1543200" cy="154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29300" lIns="229300" spcFirstLastPara="1" rIns="229300" wrap="square" tIns="22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38"/>
          <p:cNvSpPr/>
          <p:nvPr/>
        </p:nvSpPr>
        <p:spPr>
          <a:xfrm>
            <a:off x="2694345" y="3150150"/>
            <a:ext cx="1543200" cy="154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29300" lIns="229300" spcFirstLastPara="1" rIns="229300" wrap="square" tIns="22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38"/>
          <p:cNvSpPr/>
          <p:nvPr/>
        </p:nvSpPr>
        <p:spPr>
          <a:xfrm>
            <a:off x="4906639" y="3150150"/>
            <a:ext cx="1543200" cy="154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29300" lIns="229300" spcFirstLastPara="1" rIns="229300" wrap="square" tIns="22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38"/>
          <p:cNvSpPr/>
          <p:nvPr/>
        </p:nvSpPr>
        <p:spPr>
          <a:xfrm>
            <a:off x="7118934" y="3150150"/>
            <a:ext cx="1543200" cy="154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29300" lIns="229300" spcFirstLastPara="1" rIns="229300" wrap="square" tIns="22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38"/>
          <p:cNvSpPr/>
          <p:nvPr>
            <p:ph idx="6" type="pic"/>
          </p:nvPr>
        </p:nvSpPr>
        <p:spPr>
          <a:xfrm>
            <a:off x="670497" y="3335415"/>
            <a:ext cx="1166700" cy="1179000"/>
          </a:xfrm>
          <a:prstGeom prst="rect">
            <a:avLst/>
          </a:prstGeom>
          <a:noFill/>
          <a:ln>
            <a:noFill/>
          </a:ln>
        </p:spPr>
      </p:sp>
      <p:sp>
        <p:nvSpPr>
          <p:cNvPr id="871" name="Google Shape;871;p38"/>
          <p:cNvSpPr/>
          <p:nvPr>
            <p:ph idx="7" type="pic"/>
          </p:nvPr>
        </p:nvSpPr>
        <p:spPr>
          <a:xfrm>
            <a:off x="2882733" y="3335415"/>
            <a:ext cx="1166700" cy="1179000"/>
          </a:xfrm>
          <a:prstGeom prst="rect">
            <a:avLst/>
          </a:prstGeom>
          <a:noFill/>
          <a:ln>
            <a:noFill/>
          </a:ln>
        </p:spPr>
      </p:sp>
      <p:sp>
        <p:nvSpPr>
          <p:cNvPr id="872" name="Google Shape;872;p38"/>
          <p:cNvSpPr/>
          <p:nvPr>
            <p:ph idx="8" type="pic"/>
          </p:nvPr>
        </p:nvSpPr>
        <p:spPr>
          <a:xfrm>
            <a:off x="5095097" y="3335415"/>
            <a:ext cx="1166700" cy="1179000"/>
          </a:xfrm>
          <a:prstGeom prst="rect">
            <a:avLst/>
          </a:prstGeom>
          <a:noFill/>
          <a:ln>
            <a:noFill/>
          </a:ln>
        </p:spPr>
      </p:sp>
      <p:sp>
        <p:nvSpPr>
          <p:cNvPr id="873" name="Google Shape;873;p38"/>
          <p:cNvSpPr/>
          <p:nvPr>
            <p:ph idx="9" type="pic"/>
          </p:nvPr>
        </p:nvSpPr>
        <p:spPr>
          <a:xfrm>
            <a:off x="7307333" y="3335415"/>
            <a:ext cx="1166700" cy="1179000"/>
          </a:xfrm>
          <a:prstGeom prst="rect">
            <a:avLst/>
          </a:prstGeom>
          <a:noFill/>
          <a:ln>
            <a:noFill/>
          </a:ln>
        </p:spPr>
      </p:sp>
      <p:sp>
        <p:nvSpPr>
          <p:cNvPr id="874" name="Google Shape;874;p38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5" name="Google Shape;875;p38"/>
          <p:cNvSpPr txBox="1"/>
          <p:nvPr>
            <p:ph idx="13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6" name="Google Shape;876;p38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Icons Square - Dark">
  <p:cSld name="BLANK_1_1_1_1_2">
    <p:bg>
      <p:bgPr>
        <a:solidFill>
          <a:schemeClr val="dk1"/>
        </a:solid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39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9" name="Google Shape;879;p39"/>
          <p:cNvSpPr/>
          <p:nvPr>
            <p:ph idx="2" type="pic"/>
          </p:nvPr>
        </p:nvSpPr>
        <p:spPr>
          <a:xfrm>
            <a:off x="482050" y="1147525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39"/>
          <p:cNvSpPr/>
          <p:nvPr>
            <p:ph idx="3" type="pic"/>
          </p:nvPr>
        </p:nvSpPr>
        <p:spPr>
          <a:xfrm>
            <a:off x="2189202" y="1147525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881" name="Google Shape;881;p39"/>
          <p:cNvSpPr/>
          <p:nvPr>
            <p:ph idx="4" type="pic"/>
          </p:nvPr>
        </p:nvSpPr>
        <p:spPr>
          <a:xfrm>
            <a:off x="3896355" y="1147525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39"/>
          <p:cNvSpPr/>
          <p:nvPr>
            <p:ph idx="5" type="pic"/>
          </p:nvPr>
        </p:nvSpPr>
        <p:spPr>
          <a:xfrm>
            <a:off x="5603507" y="1147525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39"/>
          <p:cNvSpPr/>
          <p:nvPr>
            <p:ph idx="6" type="pic"/>
          </p:nvPr>
        </p:nvSpPr>
        <p:spPr>
          <a:xfrm>
            <a:off x="7310652" y="1147525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884" name="Google Shape;884;p39"/>
          <p:cNvSpPr/>
          <p:nvPr>
            <p:ph idx="7" type="pic"/>
          </p:nvPr>
        </p:nvSpPr>
        <p:spPr>
          <a:xfrm>
            <a:off x="482050" y="2942813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885" name="Google Shape;885;p39"/>
          <p:cNvSpPr/>
          <p:nvPr>
            <p:ph idx="8" type="pic"/>
          </p:nvPr>
        </p:nvSpPr>
        <p:spPr>
          <a:xfrm>
            <a:off x="2189202" y="2942813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886" name="Google Shape;886;p39"/>
          <p:cNvSpPr/>
          <p:nvPr>
            <p:ph idx="9" type="pic"/>
          </p:nvPr>
        </p:nvSpPr>
        <p:spPr>
          <a:xfrm>
            <a:off x="3896355" y="2942813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887" name="Google Shape;887;p39"/>
          <p:cNvSpPr/>
          <p:nvPr>
            <p:ph idx="13" type="pic"/>
          </p:nvPr>
        </p:nvSpPr>
        <p:spPr>
          <a:xfrm>
            <a:off x="5603507" y="2942813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888" name="Google Shape;888;p39"/>
          <p:cNvSpPr/>
          <p:nvPr>
            <p:ph idx="14" type="pic"/>
          </p:nvPr>
        </p:nvSpPr>
        <p:spPr>
          <a:xfrm>
            <a:off x="7310652" y="2942813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889" name="Google Shape;889;p39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0" name="Google Shape;890;p39"/>
          <p:cNvSpPr txBox="1"/>
          <p:nvPr>
            <p:ph idx="15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1" name="Google Shape;891;p39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Icons Square - Light">
  <p:cSld name="BLANK_1_1_1_1_2_1">
    <p:bg>
      <p:bgPr>
        <a:solidFill>
          <a:schemeClr val="lt2"/>
        </a:solidFill>
      </p:bgPr>
    </p:bg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40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4" name="Google Shape;894;p40"/>
          <p:cNvSpPr/>
          <p:nvPr>
            <p:ph idx="2" type="pic"/>
          </p:nvPr>
        </p:nvSpPr>
        <p:spPr>
          <a:xfrm>
            <a:off x="482050" y="1147525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895" name="Google Shape;895;p40"/>
          <p:cNvSpPr/>
          <p:nvPr>
            <p:ph idx="3" type="pic"/>
          </p:nvPr>
        </p:nvSpPr>
        <p:spPr>
          <a:xfrm>
            <a:off x="2189202" y="1147525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896" name="Google Shape;896;p40"/>
          <p:cNvSpPr/>
          <p:nvPr>
            <p:ph idx="4" type="pic"/>
          </p:nvPr>
        </p:nvSpPr>
        <p:spPr>
          <a:xfrm>
            <a:off x="3896355" y="1147525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897" name="Google Shape;897;p40"/>
          <p:cNvSpPr/>
          <p:nvPr>
            <p:ph idx="5" type="pic"/>
          </p:nvPr>
        </p:nvSpPr>
        <p:spPr>
          <a:xfrm>
            <a:off x="5603507" y="1147525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898" name="Google Shape;898;p40"/>
          <p:cNvSpPr/>
          <p:nvPr>
            <p:ph idx="6" type="pic"/>
          </p:nvPr>
        </p:nvSpPr>
        <p:spPr>
          <a:xfrm>
            <a:off x="7310652" y="1147525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899" name="Google Shape;899;p40"/>
          <p:cNvSpPr/>
          <p:nvPr>
            <p:ph idx="7" type="pic"/>
          </p:nvPr>
        </p:nvSpPr>
        <p:spPr>
          <a:xfrm>
            <a:off x="482050" y="2942813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40"/>
          <p:cNvSpPr/>
          <p:nvPr>
            <p:ph idx="8" type="pic"/>
          </p:nvPr>
        </p:nvSpPr>
        <p:spPr>
          <a:xfrm>
            <a:off x="2189202" y="2942813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40"/>
          <p:cNvSpPr/>
          <p:nvPr>
            <p:ph idx="9" type="pic"/>
          </p:nvPr>
        </p:nvSpPr>
        <p:spPr>
          <a:xfrm>
            <a:off x="3896355" y="2942813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902" name="Google Shape;902;p40"/>
          <p:cNvSpPr/>
          <p:nvPr>
            <p:ph idx="13" type="pic"/>
          </p:nvPr>
        </p:nvSpPr>
        <p:spPr>
          <a:xfrm>
            <a:off x="5603507" y="2942813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903" name="Google Shape;903;p40"/>
          <p:cNvSpPr/>
          <p:nvPr>
            <p:ph idx="14" type="pic"/>
          </p:nvPr>
        </p:nvSpPr>
        <p:spPr>
          <a:xfrm>
            <a:off x="7310652" y="2942813"/>
            <a:ext cx="1351500" cy="1365900"/>
          </a:xfrm>
          <a:prstGeom prst="rect">
            <a:avLst/>
          </a:prstGeom>
          <a:noFill/>
          <a:ln>
            <a:noFill/>
          </a:ln>
        </p:spPr>
      </p:sp>
      <p:sp>
        <p:nvSpPr>
          <p:cNvPr id="904" name="Google Shape;904;p40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5" name="Google Shape;905;p40"/>
          <p:cNvSpPr txBox="1"/>
          <p:nvPr>
            <p:ph idx="15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6" name="Google Shape;906;p40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Icons Square - Light 1">
  <p:cSld name="BLANK_1_1_1_1_2_1_1">
    <p:bg>
      <p:bgPr>
        <a:solidFill>
          <a:schemeClr val="dk1"/>
        </a:solidFill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41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9" name="Google Shape;909;p41"/>
          <p:cNvSpPr/>
          <p:nvPr>
            <p:ph idx="2" type="pic"/>
          </p:nvPr>
        </p:nvSpPr>
        <p:spPr>
          <a:xfrm>
            <a:off x="482050" y="1147525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10" name="Google Shape;910;p41"/>
          <p:cNvSpPr/>
          <p:nvPr>
            <p:ph idx="3" type="pic"/>
          </p:nvPr>
        </p:nvSpPr>
        <p:spPr>
          <a:xfrm>
            <a:off x="1927895" y="1147525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41"/>
          <p:cNvSpPr/>
          <p:nvPr>
            <p:ph idx="4" type="pic"/>
          </p:nvPr>
        </p:nvSpPr>
        <p:spPr>
          <a:xfrm>
            <a:off x="3373764" y="1147525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12" name="Google Shape;912;p41"/>
          <p:cNvSpPr/>
          <p:nvPr>
            <p:ph idx="5" type="pic"/>
          </p:nvPr>
        </p:nvSpPr>
        <p:spPr>
          <a:xfrm>
            <a:off x="4819608" y="1147525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13" name="Google Shape;913;p41"/>
          <p:cNvSpPr/>
          <p:nvPr>
            <p:ph idx="6" type="pic"/>
          </p:nvPr>
        </p:nvSpPr>
        <p:spPr>
          <a:xfrm>
            <a:off x="6265447" y="1147525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14" name="Google Shape;914;p41"/>
          <p:cNvSpPr/>
          <p:nvPr>
            <p:ph idx="7" type="pic"/>
          </p:nvPr>
        </p:nvSpPr>
        <p:spPr>
          <a:xfrm>
            <a:off x="482050" y="2434051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15" name="Google Shape;915;p41"/>
          <p:cNvSpPr/>
          <p:nvPr>
            <p:ph idx="8" type="pic"/>
          </p:nvPr>
        </p:nvSpPr>
        <p:spPr>
          <a:xfrm>
            <a:off x="1927895" y="2434051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16" name="Google Shape;916;p41"/>
          <p:cNvSpPr/>
          <p:nvPr>
            <p:ph idx="9" type="pic"/>
          </p:nvPr>
        </p:nvSpPr>
        <p:spPr>
          <a:xfrm>
            <a:off x="3373764" y="2434051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17" name="Google Shape;917;p41"/>
          <p:cNvSpPr/>
          <p:nvPr>
            <p:ph idx="13" type="pic"/>
          </p:nvPr>
        </p:nvSpPr>
        <p:spPr>
          <a:xfrm>
            <a:off x="4819608" y="2434051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18" name="Google Shape;918;p41"/>
          <p:cNvSpPr/>
          <p:nvPr>
            <p:ph idx="14" type="pic"/>
          </p:nvPr>
        </p:nvSpPr>
        <p:spPr>
          <a:xfrm>
            <a:off x="6265447" y="2434051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19" name="Google Shape;919;p41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0" name="Google Shape;920;p41"/>
          <p:cNvSpPr txBox="1"/>
          <p:nvPr>
            <p:ph idx="15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1" name="Google Shape;921;p41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2" name="Google Shape;922;p41"/>
          <p:cNvSpPr/>
          <p:nvPr>
            <p:ph idx="16" type="pic"/>
          </p:nvPr>
        </p:nvSpPr>
        <p:spPr>
          <a:xfrm>
            <a:off x="7711308" y="1147525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41"/>
          <p:cNvSpPr/>
          <p:nvPr>
            <p:ph idx="17" type="pic"/>
          </p:nvPr>
        </p:nvSpPr>
        <p:spPr>
          <a:xfrm>
            <a:off x="7711300" y="2434053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41"/>
          <p:cNvSpPr/>
          <p:nvPr>
            <p:ph idx="18" type="pic"/>
          </p:nvPr>
        </p:nvSpPr>
        <p:spPr>
          <a:xfrm>
            <a:off x="482058" y="3720578"/>
            <a:ext cx="950700" cy="97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Icons Square - Light 1 1">
  <p:cSld name="BLANK_1_1_1_1_2_1_1_1">
    <p:bg>
      <p:bgPr>
        <a:solidFill>
          <a:schemeClr val="lt2"/>
        </a:solidFill>
      </p:bgPr>
    </p:bg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42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7" name="Google Shape;927;p42"/>
          <p:cNvSpPr/>
          <p:nvPr>
            <p:ph idx="2" type="pic"/>
          </p:nvPr>
        </p:nvSpPr>
        <p:spPr>
          <a:xfrm>
            <a:off x="482050" y="1147525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42"/>
          <p:cNvSpPr/>
          <p:nvPr>
            <p:ph idx="3" type="pic"/>
          </p:nvPr>
        </p:nvSpPr>
        <p:spPr>
          <a:xfrm>
            <a:off x="1927895" y="1147525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29" name="Google Shape;929;p42"/>
          <p:cNvSpPr/>
          <p:nvPr>
            <p:ph idx="4" type="pic"/>
          </p:nvPr>
        </p:nvSpPr>
        <p:spPr>
          <a:xfrm>
            <a:off x="3373764" y="1147525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30" name="Google Shape;930;p42"/>
          <p:cNvSpPr/>
          <p:nvPr>
            <p:ph idx="5" type="pic"/>
          </p:nvPr>
        </p:nvSpPr>
        <p:spPr>
          <a:xfrm>
            <a:off x="4819608" y="1147525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31" name="Google Shape;931;p42"/>
          <p:cNvSpPr/>
          <p:nvPr>
            <p:ph idx="6" type="pic"/>
          </p:nvPr>
        </p:nvSpPr>
        <p:spPr>
          <a:xfrm>
            <a:off x="6265447" y="1147525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32" name="Google Shape;932;p42"/>
          <p:cNvSpPr/>
          <p:nvPr>
            <p:ph idx="7" type="pic"/>
          </p:nvPr>
        </p:nvSpPr>
        <p:spPr>
          <a:xfrm>
            <a:off x="482050" y="2434051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33" name="Google Shape;933;p42"/>
          <p:cNvSpPr/>
          <p:nvPr>
            <p:ph idx="8" type="pic"/>
          </p:nvPr>
        </p:nvSpPr>
        <p:spPr>
          <a:xfrm>
            <a:off x="1927895" y="2434051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34" name="Google Shape;934;p42"/>
          <p:cNvSpPr/>
          <p:nvPr>
            <p:ph idx="9" type="pic"/>
          </p:nvPr>
        </p:nvSpPr>
        <p:spPr>
          <a:xfrm>
            <a:off x="3373764" y="2434051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35" name="Google Shape;935;p42"/>
          <p:cNvSpPr/>
          <p:nvPr>
            <p:ph idx="13" type="pic"/>
          </p:nvPr>
        </p:nvSpPr>
        <p:spPr>
          <a:xfrm>
            <a:off x="4819608" y="2434051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36" name="Google Shape;936;p42"/>
          <p:cNvSpPr/>
          <p:nvPr>
            <p:ph idx="14" type="pic"/>
          </p:nvPr>
        </p:nvSpPr>
        <p:spPr>
          <a:xfrm>
            <a:off x="6265447" y="2434051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37" name="Google Shape;937;p42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8" name="Google Shape;938;p42"/>
          <p:cNvSpPr txBox="1"/>
          <p:nvPr>
            <p:ph idx="15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9" name="Google Shape;939;p42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0" name="Google Shape;940;p42"/>
          <p:cNvSpPr/>
          <p:nvPr>
            <p:ph idx="16" type="pic"/>
          </p:nvPr>
        </p:nvSpPr>
        <p:spPr>
          <a:xfrm>
            <a:off x="7711308" y="1147525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41" name="Google Shape;941;p42"/>
          <p:cNvSpPr/>
          <p:nvPr>
            <p:ph idx="17" type="pic"/>
          </p:nvPr>
        </p:nvSpPr>
        <p:spPr>
          <a:xfrm>
            <a:off x="7711300" y="2434053"/>
            <a:ext cx="950700" cy="979200"/>
          </a:xfrm>
          <a:prstGeom prst="rect">
            <a:avLst/>
          </a:prstGeom>
          <a:noFill/>
          <a:ln>
            <a:noFill/>
          </a:ln>
        </p:spPr>
      </p:sp>
      <p:sp>
        <p:nvSpPr>
          <p:cNvPr id="942" name="Google Shape;942;p42"/>
          <p:cNvSpPr/>
          <p:nvPr>
            <p:ph idx="18" type="pic"/>
          </p:nvPr>
        </p:nvSpPr>
        <p:spPr>
          <a:xfrm>
            <a:off x="482058" y="3720578"/>
            <a:ext cx="950700" cy="97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Icons Square - Dark">
  <p:cSld name="BLANK_1_1_1_1_1">
    <p:bg>
      <p:bgPr>
        <a:solidFill>
          <a:schemeClr val="dk1"/>
        </a:solidFill>
      </p:bgPr>
    </p:bg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43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5" name="Google Shape;945;p43"/>
          <p:cNvSpPr/>
          <p:nvPr/>
        </p:nvSpPr>
        <p:spPr>
          <a:xfrm>
            <a:off x="482050" y="1152475"/>
            <a:ext cx="3986100" cy="1644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29300" lIns="229300" spcFirstLastPara="1" rIns="229300" wrap="square" tIns="22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43"/>
          <p:cNvSpPr/>
          <p:nvPr>
            <p:ph idx="2" type="pic"/>
          </p:nvPr>
        </p:nvSpPr>
        <p:spPr>
          <a:xfrm>
            <a:off x="733450" y="1558850"/>
            <a:ext cx="3483300" cy="831900"/>
          </a:xfrm>
          <a:prstGeom prst="rect">
            <a:avLst/>
          </a:prstGeom>
          <a:noFill/>
          <a:ln>
            <a:noFill/>
          </a:ln>
        </p:spPr>
      </p:sp>
      <p:sp>
        <p:nvSpPr>
          <p:cNvPr id="947" name="Google Shape;947;p43"/>
          <p:cNvSpPr/>
          <p:nvPr/>
        </p:nvSpPr>
        <p:spPr>
          <a:xfrm>
            <a:off x="4674700" y="1152475"/>
            <a:ext cx="3986100" cy="164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29300" lIns="229300" spcFirstLastPara="1" rIns="229300" wrap="square" tIns="22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43"/>
          <p:cNvSpPr/>
          <p:nvPr/>
        </p:nvSpPr>
        <p:spPr>
          <a:xfrm>
            <a:off x="4674700" y="3054925"/>
            <a:ext cx="3986100" cy="164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29300" lIns="229300" spcFirstLastPara="1" rIns="229300" wrap="square" tIns="22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43"/>
          <p:cNvSpPr/>
          <p:nvPr/>
        </p:nvSpPr>
        <p:spPr>
          <a:xfrm>
            <a:off x="482050" y="3054925"/>
            <a:ext cx="3986100" cy="164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229300" lIns="229300" spcFirstLastPara="1" rIns="229300" wrap="square" tIns="22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1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43"/>
          <p:cNvSpPr/>
          <p:nvPr>
            <p:ph idx="3" type="pic"/>
          </p:nvPr>
        </p:nvSpPr>
        <p:spPr>
          <a:xfrm>
            <a:off x="4926100" y="1558850"/>
            <a:ext cx="3483300" cy="831900"/>
          </a:xfrm>
          <a:prstGeom prst="rect">
            <a:avLst/>
          </a:prstGeom>
          <a:noFill/>
          <a:ln>
            <a:noFill/>
          </a:ln>
        </p:spPr>
      </p:sp>
      <p:sp>
        <p:nvSpPr>
          <p:cNvPr id="951" name="Google Shape;951;p43"/>
          <p:cNvSpPr/>
          <p:nvPr>
            <p:ph idx="4" type="pic"/>
          </p:nvPr>
        </p:nvSpPr>
        <p:spPr>
          <a:xfrm>
            <a:off x="733450" y="3461275"/>
            <a:ext cx="3483300" cy="831900"/>
          </a:xfrm>
          <a:prstGeom prst="rect">
            <a:avLst/>
          </a:prstGeom>
          <a:noFill/>
          <a:ln>
            <a:noFill/>
          </a:ln>
        </p:spPr>
      </p:sp>
      <p:sp>
        <p:nvSpPr>
          <p:cNvPr id="952" name="Google Shape;952;p43"/>
          <p:cNvSpPr/>
          <p:nvPr>
            <p:ph idx="5" type="pic"/>
          </p:nvPr>
        </p:nvSpPr>
        <p:spPr>
          <a:xfrm>
            <a:off x="4926100" y="3461275"/>
            <a:ext cx="3483300" cy="831900"/>
          </a:xfrm>
          <a:prstGeom prst="rect">
            <a:avLst/>
          </a:prstGeom>
          <a:noFill/>
          <a:ln>
            <a:noFill/>
          </a:ln>
        </p:spPr>
      </p:sp>
      <p:sp>
        <p:nvSpPr>
          <p:cNvPr id="953" name="Google Shape;953;p43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4" name="Google Shape;954;p43"/>
          <p:cNvSpPr txBox="1"/>
          <p:nvPr>
            <p:ph idx="6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5" name="Google Shape;955;p43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Body Text - Dark">
  <p:cSld name="CUSTOM">
    <p:bg>
      <p:bgPr>
        <a:solidFill>
          <a:schemeClr val="dk1"/>
        </a:solidFill>
      </p:bgPr>
    </p:bg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4"/>
          <p:cNvSpPr txBox="1"/>
          <p:nvPr>
            <p:ph idx="1" type="subTitle"/>
          </p:nvPr>
        </p:nvSpPr>
        <p:spPr>
          <a:xfrm>
            <a:off x="482050" y="3908725"/>
            <a:ext cx="5040900" cy="433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8" name="Google Shape;958;p44"/>
          <p:cNvSpPr txBox="1"/>
          <p:nvPr>
            <p:ph idx="2" type="subTitle"/>
          </p:nvPr>
        </p:nvSpPr>
        <p:spPr>
          <a:xfrm>
            <a:off x="482050" y="4403850"/>
            <a:ext cx="50409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9" name="Google Shape;959;p44"/>
          <p:cNvSpPr txBox="1"/>
          <p:nvPr>
            <p:ph type="title"/>
          </p:nvPr>
        </p:nvSpPr>
        <p:spPr>
          <a:xfrm>
            <a:off x="482050" y="1152475"/>
            <a:ext cx="81798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0" name="Google Shape;960;p44"/>
          <p:cNvSpPr txBox="1"/>
          <p:nvPr>
            <p:ph idx="3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1" name="Google Shape;961;p44"/>
          <p:cNvSpPr txBox="1"/>
          <p:nvPr>
            <p:ph idx="4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2" name="Google Shape;962;p44"/>
          <p:cNvSpPr txBox="1"/>
          <p:nvPr>
            <p:ph idx="5"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Body Text - Light">
  <p:cSld name="CUSTOM_1">
    <p:bg>
      <p:bgPr>
        <a:solidFill>
          <a:schemeClr val="lt2"/>
        </a:soli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45"/>
          <p:cNvSpPr txBox="1"/>
          <p:nvPr>
            <p:ph idx="1" type="subTitle"/>
          </p:nvPr>
        </p:nvSpPr>
        <p:spPr>
          <a:xfrm>
            <a:off x="482050" y="3908725"/>
            <a:ext cx="5040900" cy="433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5" name="Google Shape;965;p45"/>
          <p:cNvSpPr txBox="1"/>
          <p:nvPr>
            <p:ph idx="2" type="subTitle"/>
          </p:nvPr>
        </p:nvSpPr>
        <p:spPr>
          <a:xfrm>
            <a:off x="482050" y="4403850"/>
            <a:ext cx="50409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6" name="Google Shape;966;p45"/>
          <p:cNvSpPr txBox="1"/>
          <p:nvPr>
            <p:ph type="title"/>
          </p:nvPr>
        </p:nvSpPr>
        <p:spPr>
          <a:xfrm>
            <a:off x="482050" y="1152475"/>
            <a:ext cx="81798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7" name="Google Shape;967;p45"/>
          <p:cNvSpPr txBox="1"/>
          <p:nvPr>
            <p:ph idx="3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8" name="Google Shape;968;p45"/>
          <p:cNvSpPr txBox="1"/>
          <p:nvPr>
            <p:ph idx="4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9" name="Google Shape;969;p45"/>
          <p:cNvSpPr txBox="1"/>
          <p:nvPr>
            <p:ph idx="5"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and Picture - Dark">
  <p:cSld name="CUSTOM_1_1">
    <p:bg>
      <p:bgPr>
        <a:solidFill>
          <a:schemeClr val="dk1"/>
        </a:solid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46"/>
          <p:cNvSpPr txBox="1"/>
          <p:nvPr>
            <p:ph idx="1" type="subTitle"/>
          </p:nvPr>
        </p:nvSpPr>
        <p:spPr>
          <a:xfrm>
            <a:off x="482050" y="3908725"/>
            <a:ext cx="3986100" cy="433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2" name="Google Shape;972;p46"/>
          <p:cNvSpPr txBox="1"/>
          <p:nvPr>
            <p:ph idx="2" type="subTitle"/>
          </p:nvPr>
        </p:nvSpPr>
        <p:spPr>
          <a:xfrm>
            <a:off x="482050" y="4403850"/>
            <a:ext cx="39861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3" name="Google Shape;973;p46"/>
          <p:cNvSpPr txBox="1"/>
          <p:nvPr>
            <p:ph type="title"/>
          </p:nvPr>
        </p:nvSpPr>
        <p:spPr>
          <a:xfrm>
            <a:off x="482050" y="204925"/>
            <a:ext cx="39861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4" name="Google Shape;974;p46"/>
          <p:cNvSpPr txBox="1"/>
          <p:nvPr>
            <p:ph idx="3" type="title"/>
          </p:nvPr>
        </p:nvSpPr>
        <p:spPr>
          <a:xfrm>
            <a:off x="482050" y="1152475"/>
            <a:ext cx="39861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5" name="Google Shape;975;p46"/>
          <p:cNvSpPr/>
          <p:nvPr>
            <p:ph idx="4" type="pic"/>
          </p:nvPr>
        </p:nvSpPr>
        <p:spPr>
          <a:xfrm>
            <a:off x="4678950" y="217225"/>
            <a:ext cx="3986100" cy="4482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and Picture - Light">
  <p:cSld name="CUSTOM_1_1_1">
    <p:bg>
      <p:bgPr>
        <a:solidFill>
          <a:schemeClr val="lt2"/>
        </a:solidFill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47"/>
          <p:cNvSpPr txBox="1"/>
          <p:nvPr>
            <p:ph idx="1" type="subTitle"/>
          </p:nvPr>
        </p:nvSpPr>
        <p:spPr>
          <a:xfrm>
            <a:off x="482050" y="3908725"/>
            <a:ext cx="3986100" cy="433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8" name="Google Shape;978;p47"/>
          <p:cNvSpPr txBox="1"/>
          <p:nvPr>
            <p:ph idx="2" type="subTitle"/>
          </p:nvPr>
        </p:nvSpPr>
        <p:spPr>
          <a:xfrm>
            <a:off x="482050" y="4403850"/>
            <a:ext cx="39861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9" name="Google Shape;979;p47"/>
          <p:cNvSpPr txBox="1"/>
          <p:nvPr>
            <p:ph type="title"/>
          </p:nvPr>
        </p:nvSpPr>
        <p:spPr>
          <a:xfrm>
            <a:off x="482050" y="204925"/>
            <a:ext cx="39861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0" name="Google Shape;980;p47"/>
          <p:cNvSpPr txBox="1"/>
          <p:nvPr>
            <p:ph idx="3" type="title"/>
          </p:nvPr>
        </p:nvSpPr>
        <p:spPr>
          <a:xfrm>
            <a:off x="482050" y="1152475"/>
            <a:ext cx="39861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1" name="Google Shape;981;p47"/>
          <p:cNvSpPr/>
          <p:nvPr>
            <p:ph idx="4" type="pic"/>
          </p:nvPr>
        </p:nvSpPr>
        <p:spPr>
          <a:xfrm>
            <a:off x="4678950" y="217225"/>
            <a:ext cx="3986100" cy="4482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and Bigger Picture - Dark">
  <p:cSld name="CUSTOM_1_1_1_1">
    <p:bg>
      <p:bgPr>
        <a:solidFill>
          <a:schemeClr val="dk1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48"/>
          <p:cNvSpPr txBox="1"/>
          <p:nvPr>
            <p:ph idx="1" type="subTitle"/>
          </p:nvPr>
        </p:nvSpPr>
        <p:spPr>
          <a:xfrm>
            <a:off x="482050" y="3908725"/>
            <a:ext cx="2939400" cy="433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4" name="Google Shape;984;p48"/>
          <p:cNvSpPr txBox="1"/>
          <p:nvPr>
            <p:ph idx="2" type="subTitle"/>
          </p:nvPr>
        </p:nvSpPr>
        <p:spPr>
          <a:xfrm>
            <a:off x="482050" y="4403850"/>
            <a:ext cx="29394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5" name="Google Shape;985;p48"/>
          <p:cNvSpPr txBox="1"/>
          <p:nvPr>
            <p:ph type="title"/>
          </p:nvPr>
        </p:nvSpPr>
        <p:spPr>
          <a:xfrm>
            <a:off x="482050" y="204925"/>
            <a:ext cx="2939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6" name="Google Shape;986;p48"/>
          <p:cNvSpPr txBox="1"/>
          <p:nvPr>
            <p:ph idx="3" type="title"/>
          </p:nvPr>
        </p:nvSpPr>
        <p:spPr>
          <a:xfrm>
            <a:off x="482050" y="1152475"/>
            <a:ext cx="29394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7" name="Google Shape;987;p48"/>
          <p:cNvSpPr/>
          <p:nvPr>
            <p:ph idx="4" type="pic"/>
          </p:nvPr>
        </p:nvSpPr>
        <p:spPr>
          <a:xfrm>
            <a:off x="3621050" y="217225"/>
            <a:ext cx="5043900" cy="4482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and Bigger Picture - Light">
  <p:cSld name="CUSTOM_1_1_1_1_1">
    <p:bg>
      <p:bgPr>
        <a:solidFill>
          <a:schemeClr val="lt2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9"/>
          <p:cNvSpPr txBox="1"/>
          <p:nvPr>
            <p:ph idx="1" type="subTitle"/>
          </p:nvPr>
        </p:nvSpPr>
        <p:spPr>
          <a:xfrm>
            <a:off x="482050" y="3908725"/>
            <a:ext cx="2939400" cy="433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0" name="Google Shape;990;p49"/>
          <p:cNvSpPr txBox="1"/>
          <p:nvPr>
            <p:ph idx="2" type="subTitle"/>
          </p:nvPr>
        </p:nvSpPr>
        <p:spPr>
          <a:xfrm>
            <a:off x="482050" y="4403850"/>
            <a:ext cx="29394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1" name="Google Shape;991;p49"/>
          <p:cNvSpPr txBox="1"/>
          <p:nvPr>
            <p:ph type="title"/>
          </p:nvPr>
        </p:nvSpPr>
        <p:spPr>
          <a:xfrm>
            <a:off x="482050" y="204925"/>
            <a:ext cx="2939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2" name="Google Shape;992;p49"/>
          <p:cNvSpPr txBox="1"/>
          <p:nvPr>
            <p:ph idx="3" type="title"/>
          </p:nvPr>
        </p:nvSpPr>
        <p:spPr>
          <a:xfrm>
            <a:off x="482050" y="1152475"/>
            <a:ext cx="29394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3" name="Google Shape;993;p49"/>
          <p:cNvSpPr/>
          <p:nvPr>
            <p:ph idx="4" type="pic"/>
          </p:nvPr>
        </p:nvSpPr>
        <p:spPr>
          <a:xfrm>
            <a:off x="3621050" y="217225"/>
            <a:ext cx="5043900" cy="4482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and 2 Pictures - Dark">
  <p:cSld name="CUSTOM_1_1_1_1_1_1">
    <p:bg>
      <p:bgPr>
        <a:solidFill>
          <a:schemeClr val="dk1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50"/>
          <p:cNvSpPr txBox="1"/>
          <p:nvPr>
            <p:ph idx="1" type="subTitle"/>
          </p:nvPr>
        </p:nvSpPr>
        <p:spPr>
          <a:xfrm>
            <a:off x="482050" y="1152475"/>
            <a:ext cx="1892400" cy="620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6" name="Google Shape;996;p50"/>
          <p:cNvSpPr txBox="1"/>
          <p:nvPr>
            <p:ph idx="2" type="subTitle"/>
          </p:nvPr>
        </p:nvSpPr>
        <p:spPr>
          <a:xfrm>
            <a:off x="482050" y="1861084"/>
            <a:ext cx="18924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7" name="Google Shape;997;p50"/>
          <p:cNvSpPr txBox="1"/>
          <p:nvPr>
            <p:ph type="title"/>
          </p:nvPr>
        </p:nvSpPr>
        <p:spPr>
          <a:xfrm>
            <a:off x="482050" y="204925"/>
            <a:ext cx="5029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8" name="Google Shape;998;p50"/>
          <p:cNvSpPr/>
          <p:nvPr>
            <p:ph idx="3" type="pic"/>
          </p:nvPr>
        </p:nvSpPr>
        <p:spPr>
          <a:xfrm>
            <a:off x="5722700" y="1152475"/>
            <a:ext cx="2942100" cy="3546900"/>
          </a:xfrm>
          <a:prstGeom prst="rect">
            <a:avLst/>
          </a:prstGeom>
          <a:noFill/>
          <a:ln>
            <a:noFill/>
          </a:ln>
        </p:spPr>
      </p:sp>
      <p:sp>
        <p:nvSpPr>
          <p:cNvPr id="999" name="Google Shape;999;p50"/>
          <p:cNvSpPr/>
          <p:nvPr>
            <p:ph idx="4" type="pic"/>
          </p:nvPr>
        </p:nvSpPr>
        <p:spPr>
          <a:xfrm>
            <a:off x="2572525" y="1152475"/>
            <a:ext cx="2950500" cy="35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0" name="Google Shape;1000;p50"/>
          <p:cNvSpPr txBox="1"/>
          <p:nvPr>
            <p:ph idx="5" type="subTitle"/>
          </p:nvPr>
        </p:nvSpPr>
        <p:spPr>
          <a:xfrm>
            <a:off x="5522950" y="204925"/>
            <a:ext cx="3139200" cy="764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and 2 Pictures - Light">
  <p:cSld name="CUSTOM_1_1_1_1_1_1_1">
    <p:bg>
      <p:bgPr>
        <a:solidFill>
          <a:schemeClr val="lt2"/>
        </a:soli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51"/>
          <p:cNvSpPr txBox="1"/>
          <p:nvPr>
            <p:ph idx="1" type="subTitle"/>
          </p:nvPr>
        </p:nvSpPr>
        <p:spPr>
          <a:xfrm>
            <a:off x="482050" y="1152475"/>
            <a:ext cx="1892400" cy="620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3" name="Google Shape;1003;p51"/>
          <p:cNvSpPr txBox="1"/>
          <p:nvPr>
            <p:ph idx="2" type="subTitle"/>
          </p:nvPr>
        </p:nvSpPr>
        <p:spPr>
          <a:xfrm>
            <a:off x="482050" y="1861084"/>
            <a:ext cx="18924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4" name="Google Shape;1004;p51"/>
          <p:cNvSpPr txBox="1"/>
          <p:nvPr>
            <p:ph type="title"/>
          </p:nvPr>
        </p:nvSpPr>
        <p:spPr>
          <a:xfrm>
            <a:off x="482050" y="204925"/>
            <a:ext cx="5029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5" name="Google Shape;1005;p51"/>
          <p:cNvSpPr/>
          <p:nvPr>
            <p:ph idx="3" type="pic"/>
          </p:nvPr>
        </p:nvSpPr>
        <p:spPr>
          <a:xfrm>
            <a:off x="5722700" y="1152475"/>
            <a:ext cx="2942100" cy="35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6" name="Google Shape;1006;p51"/>
          <p:cNvSpPr/>
          <p:nvPr>
            <p:ph idx="4" type="pic"/>
          </p:nvPr>
        </p:nvSpPr>
        <p:spPr>
          <a:xfrm>
            <a:off x="2572525" y="1152475"/>
            <a:ext cx="2950500" cy="35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007" name="Google Shape;1007;p51"/>
          <p:cNvSpPr txBox="1"/>
          <p:nvPr>
            <p:ph idx="5" type="subTitle"/>
          </p:nvPr>
        </p:nvSpPr>
        <p:spPr>
          <a:xfrm>
            <a:off x="5522950" y="204925"/>
            <a:ext cx="3139200" cy="764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Pictures - Dark">
  <p:cSld name="CUSTOM_1_1_1_1_1_1_1_1">
    <p:bg>
      <p:bgPr>
        <a:solidFill>
          <a:schemeClr val="dk1"/>
        </a:solidFill>
      </p:bgPr>
    </p:bg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52"/>
          <p:cNvSpPr txBox="1"/>
          <p:nvPr>
            <p:ph type="title"/>
          </p:nvPr>
        </p:nvSpPr>
        <p:spPr>
          <a:xfrm>
            <a:off x="482050" y="204925"/>
            <a:ext cx="5029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0" name="Google Shape;1010;p52"/>
          <p:cNvSpPr/>
          <p:nvPr>
            <p:ph idx="2" type="pic"/>
          </p:nvPr>
        </p:nvSpPr>
        <p:spPr>
          <a:xfrm>
            <a:off x="4678700" y="1152475"/>
            <a:ext cx="3986100" cy="35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1" name="Google Shape;1011;p52"/>
          <p:cNvSpPr/>
          <p:nvPr>
            <p:ph idx="3" type="pic"/>
          </p:nvPr>
        </p:nvSpPr>
        <p:spPr>
          <a:xfrm>
            <a:off x="482050" y="1152475"/>
            <a:ext cx="3986100" cy="35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2" name="Google Shape;1012;p52"/>
          <p:cNvSpPr txBox="1"/>
          <p:nvPr>
            <p:ph idx="1" type="subTitle"/>
          </p:nvPr>
        </p:nvSpPr>
        <p:spPr>
          <a:xfrm>
            <a:off x="5522950" y="204925"/>
            <a:ext cx="3139200" cy="764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Pictures - Light">
  <p:cSld name="CUSTOM_1_1_1_1_1_1_1_1_1">
    <p:bg>
      <p:bgPr>
        <a:solidFill>
          <a:schemeClr val="lt2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53"/>
          <p:cNvSpPr txBox="1"/>
          <p:nvPr>
            <p:ph type="title"/>
          </p:nvPr>
        </p:nvSpPr>
        <p:spPr>
          <a:xfrm>
            <a:off x="482050" y="204925"/>
            <a:ext cx="5029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5" name="Google Shape;1015;p53"/>
          <p:cNvSpPr/>
          <p:nvPr>
            <p:ph idx="2" type="pic"/>
          </p:nvPr>
        </p:nvSpPr>
        <p:spPr>
          <a:xfrm>
            <a:off x="4678700" y="1152475"/>
            <a:ext cx="3986100" cy="35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6" name="Google Shape;1016;p53"/>
          <p:cNvSpPr/>
          <p:nvPr>
            <p:ph idx="3" type="pic"/>
          </p:nvPr>
        </p:nvSpPr>
        <p:spPr>
          <a:xfrm>
            <a:off x="482050" y="1152475"/>
            <a:ext cx="3986100" cy="3546900"/>
          </a:xfrm>
          <a:prstGeom prst="rect">
            <a:avLst/>
          </a:prstGeom>
          <a:noFill/>
          <a:ln>
            <a:noFill/>
          </a:ln>
        </p:spPr>
      </p:sp>
      <p:sp>
        <p:nvSpPr>
          <p:cNvPr id="1017" name="Google Shape;1017;p53"/>
          <p:cNvSpPr txBox="1"/>
          <p:nvPr>
            <p:ph idx="1" type="subTitle"/>
          </p:nvPr>
        </p:nvSpPr>
        <p:spPr>
          <a:xfrm>
            <a:off x="5522950" y="204925"/>
            <a:ext cx="3139200" cy="764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2 Pictures - Dark">
  <p:cSld name="CUSTOM_1_1_1_1_1_1_1_1_1_1">
    <p:bg>
      <p:bgPr>
        <a:solidFill>
          <a:schemeClr val="dk1"/>
        </a:solidFill>
      </p:bgPr>
    </p:bg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4"/>
          <p:cNvSpPr txBox="1"/>
          <p:nvPr>
            <p:ph type="title"/>
          </p:nvPr>
        </p:nvSpPr>
        <p:spPr>
          <a:xfrm>
            <a:off x="482050" y="204925"/>
            <a:ext cx="5029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0" name="Google Shape;1020;p54"/>
          <p:cNvSpPr/>
          <p:nvPr>
            <p:ph idx="2" type="pic"/>
          </p:nvPr>
        </p:nvSpPr>
        <p:spPr>
          <a:xfrm>
            <a:off x="4678700" y="2571775"/>
            <a:ext cx="3986100" cy="2127600"/>
          </a:xfrm>
          <a:prstGeom prst="rect">
            <a:avLst/>
          </a:prstGeom>
          <a:noFill/>
          <a:ln>
            <a:noFill/>
          </a:ln>
        </p:spPr>
      </p:sp>
      <p:sp>
        <p:nvSpPr>
          <p:cNvPr id="1021" name="Google Shape;1021;p54"/>
          <p:cNvSpPr/>
          <p:nvPr>
            <p:ph idx="3" type="pic"/>
          </p:nvPr>
        </p:nvSpPr>
        <p:spPr>
          <a:xfrm>
            <a:off x="482050" y="2571750"/>
            <a:ext cx="3986100" cy="2127600"/>
          </a:xfrm>
          <a:prstGeom prst="rect">
            <a:avLst/>
          </a:prstGeom>
          <a:noFill/>
          <a:ln>
            <a:noFill/>
          </a:ln>
        </p:spPr>
      </p:sp>
      <p:sp>
        <p:nvSpPr>
          <p:cNvPr id="1022" name="Google Shape;1022;p54"/>
          <p:cNvSpPr txBox="1"/>
          <p:nvPr>
            <p:ph idx="1" type="subTitle"/>
          </p:nvPr>
        </p:nvSpPr>
        <p:spPr>
          <a:xfrm>
            <a:off x="5522950" y="204925"/>
            <a:ext cx="3139200" cy="764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3" name="Google Shape;1023;p54"/>
          <p:cNvSpPr txBox="1"/>
          <p:nvPr>
            <p:ph idx="4" type="subTitle"/>
          </p:nvPr>
        </p:nvSpPr>
        <p:spPr>
          <a:xfrm>
            <a:off x="482050" y="1152475"/>
            <a:ext cx="1892400" cy="620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4" name="Google Shape;1024;p54"/>
          <p:cNvSpPr txBox="1"/>
          <p:nvPr>
            <p:ph idx="5" type="subTitle"/>
          </p:nvPr>
        </p:nvSpPr>
        <p:spPr>
          <a:xfrm>
            <a:off x="482050" y="1861084"/>
            <a:ext cx="18924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5" name="Google Shape;1025;p54"/>
          <p:cNvSpPr txBox="1"/>
          <p:nvPr>
            <p:ph idx="6" type="subTitle"/>
          </p:nvPr>
        </p:nvSpPr>
        <p:spPr>
          <a:xfrm>
            <a:off x="4674700" y="1152475"/>
            <a:ext cx="1892400" cy="620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6" name="Google Shape;1026;p54"/>
          <p:cNvSpPr txBox="1"/>
          <p:nvPr>
            <p:ph idx="7" type="subTitle"/>
          </p:nvPr>
        </p:nvSpPr>
        <p:spPr>
          <a:xfrm>
            <a:off x="4674700" y="1861084"/>
            <a:ext cx="18924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2 Pictures - Light">
  <p:cSld name="CUSTOM_1_1_1_1_1_1_1_1_1_1_1">
    <p:bg>
      <p:bgPr>
        <a:solidFill>
          <a:schemeClr val="lt2"/>
        </a:solidFill>
      </p:bgPr>
    </p:bg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55"/>
          <p:cNvSpPr txBox="1"/>
          <p:nvPr>
            <p:ph type="title"/>
          </p:nvPr>
        </p:nvSpPr>
        <p:spPr>
          <a:xfrm>
            <a:off x="482050" y="204925"/>
            <a:ext cx="5029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9" name="Google Shape;1029;p55"/>
          <p:cNvSpPr/>
          <p:nvPr>
            <p:ph idx="2" type="pic"/>
          </p:nvPr>
        </p:nvSpPr>
        <p:spPr>
          <a:xfrm>
            <a:off x="4678700" y="2571775"/>
            <a:ext cx="3986100" cy="2127600"/>
          </a:xfrm>
          <a:prstGeom prst="rect">
            <a:avLst/>
          </a:prstGeom>
          <a:noFill/>
          <a:ln>
            <a:noFill/>
          </a:ln>
        </p:spPr>
      </p:sp>
      <p:sp>
        <p:nvSpPr>
          <p:cNvPr id="1030" name="Google Shape;1030;p55"/>
          <p:cNvSpPr/>
          <p:nvPr>
            <p:ph idx="3" type="pic"/>
          </p:nvPr>
        </p:nvSpPr>
        <p:spPr>
          <a:xfrm>
            <a:off x="482050" y="2571750"/>
            <a:ext cx="3986100" cy="2127600"/>
          </a:xfrm>
          <a:prstGeom prst="rect">
            <a:avLst/>
          </a:prstGeom>
          <a:noFill/>
          <a:ln>
            <a:noFill/>
          </a:ln>
        </p:spPr>
      </p:sp>
      <p:sp>
        <p:nvSpPr>
          <p:cNvPr id="1031" name="Google Shape;1031;p55"/>
          <p:cNvSpPr txBox="1"/>
          <p:nvPr>
            <p:ph idx="1" type="subTitle"/>
          </p:nvPr>
        </p:nvSpPr>
        <p:spPr>
          <a:xfrm>
            <a:off x="5522950" y="204925"/>
            <a:ext cx="3139200" cy="764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2" name="Google Shape;1032;p55"/>
          <p:cNvSpPr txBox="1"/>
          <p:nvPr>
            <p:ph idx="4" type="subTitle"/>
          </p:nvPr>
        </p:nvSpPr>
        <p:spPr>
          <a:xfrm>
            <a:off x="482050" y="1152475"/>
            <a:ext cx="1892400" cy="620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3" name="Google Shape;1033;p55"/>
          <p:cNvSpPr txBox="1"/>
          <p:nvPr>
            <p:ph idx="5" type="subTitle"/>
          </p:nvPr>
        </p:nvSpPr>
        <p:spPr>
          <a:xfrm>
            <a:off x="482050" y="1861084"/>
            <a:ext cx="18924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4" name="Google Shape;1034;p55"/>
          <p:cNvSpPr txBox="1"/>
          <p:nvPr>
            <p:ph idx="6" type="subTitle"/>
          </p:nvPr>
        </p:nvSpPr>
        <p:spPr>
          <a:xfrm>
            <a:off x="4674700" y="1152475"/>
            <a:ext cx="1892400" cy="620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5" name="Google Shape;1035;p55"/>
          <p:cNvSpPr txBox="1"/>
          <p:nvPr>
            <p:ph idx="7" type="subTitle"/>
          </p:nvPr>
        </p:nvSpPr>
        <p:spPr>
          <a:xfrm>
            <a:off x="4674700" y="1861084"/>
            <a:ext cx="18924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Pictures Placeholders - Dark">
  <p:cSld name="CUSTOM_1_1_1_1_1_1_1_1_1_1_1_1">
    <p:bg>
      <p:bgPr>
        <a:solidFill>
          <a:schemeClr val="dk1"/>
        </a:solidFill>
      </p:bgPr>
    </p:bg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56"/>
          <p:cNvSpPr txBox="1"/>
          <p:nvPr>
            <p:ph type="title"/>
          </p:nvPr>
        </p:nvSpPr>
        <p:spPr>
          <a:xfrm>
            <a:off x="482050" y="204925"/>
            <a:ext cx="5029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8" name="Google Shape;1038;p56"/>
          <p:cNvSpPr/>
          <p:nvPr>
            <p:ph idx="2" type="pic"/>
          </p:nvPr>
        </p:nvSpPr>
        <p:spPr>
          <a:xfrm>
            <a:off x="482050" y="1152475"/>
            <a:ext cx="2559000" cy="1647900"/>
          </a:xfrm>
          <a:prstGeom prst="rect">
            <a:avLst/>
          </a:prstGeom>
          <a:noFill/>
          <a:ln>
            <a:noFill/>
          </a:ln>
        </p:spPr>
      </p:sp>
      <p:sp>
        <p:nvSpPr>
          <p:cNvPr id="1039" name="Google Shape;1039;p56"/>
          <p:cNvSpPr txBox="1"/>
          <p:nvPr>
            <p:ph idx="1" type="subTitle"/>
          </p:nvPr>
        </p:nvSpPr>
        <p:spPr>
          <a:xfrm>
            <a:off x="5522950" y="204925"/>
            <a:ext cx="3139200" cy="764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0" name="Google Shape;1040;p56"/>
          <p:cNvSpPr/>
          <p:nvPr>
            <p:ph idx="3" type="pic"/>
          </p:nvPr>
        </p:nvSpPr>
        <p:spPr>
          <a:xfrm>
            <a:off x="3292581" y="1152475"/>
            <a:ext cx="2559000" cy="1647900"/>
          </a:xfrm>
          <a:prstGeom prst="rect">
            <a:avLst/>
          </a:prstGeom>
          <a:noFill/>
          <a:ln>
            <a:noFill/>
          </a:ln>
        </p:spPr>
      </p:sp>
      <p:sp>
        <p:nvSpPr>
          <p:cNvPr id="1041" name="Google Shape;1041;p56"/>
          <p:cNvSpPr/>
          <p:nvPr>
            <p:ph idx="4" type="pic"/>
          </p:nvPr>
        </p:nvSpPr>
        <p:spPr>
          <a:xfrm>
            <a:off x="6103125" y="1152475"/>
            <a:ext cx="2559000" cy="1647900"/>
          </a:xfrm>
          <a:prstGeom prst="rect">
            <a:avLst/>
          </a:prstGeom>
          <a:noFill/>
          <a:ln>
            <a:noFill/>
          </a:ln>
        </p:spPr>
      </p:sp>
      <p:sp>
        <p:nvSpPr>
          <p:cNvPr id="1042" name="Google Shape;1042;p56"/>
          <p:cNvSpPr/>
          <p:nvPr>
            <p:ph idx="5" type="pic"/>
          </p:nvPr>
        </p:nvSpPr>
        <p:spPr>
          <a:xfrm>
            <a:off x="482050" y="3051750"/>
            <a:ext cx="2559000" cy="1647900"/>
          </a:xfrm>
          <a:prstGeom prst="rect">
            <a:avLst/>
          </a:prstGeom>
          <a:noFill/>
          <a:ln>
            <a:noFill/>
          </a:ln>
        </p:spPr>
      </p:sp>
      <p:sp>
        <p:nvSpPr>
          <p:cNvPr id="1043" name="Google Shape;1043;p56"/>
          <p:cNvSpPr/>
          <p:nvPr>
            <p:ph idx="6" type="pic"/>
          </p:nvPr>
        </p:nvSpPr>
        <p:spPr>
          <a:xfrm>
            <a:off x="3292581" y="3051750"/>
            <a:ext cx="2559000" cy="1647900"/>
          </a:xfrm>
          <a:prstGeom prst="rect">
            <a:avLst/>
          </a:prstGeom>
          <a:noFill/>
          <a:ln>
            <a:noFill/>
          </a:ln>
        </p:spPr>
      </p:sp>
      <p:sp>
        <p:nvSpPr>
          <p:cNvPr id="1044" name="Google Shape;1044;p56"/>
          <p:cNvSpPr/>
          <p:nvPr>
            <p:ph idx="7" type="pic"/>
          </p:nvPr>
        </p:nvSpPr>
        <p:spPr>
          <a:xfrm>
            <a:off x="6103125" y="3051750"/>
            <a:ext cx="2559000" cy="1647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Pictures Placeholders - Light">
  <p:cSld name="CUSTOM_1_1_1_1_1_1_1_1_1_1_1_1_1">
    <p:bg>
      <p:bgPr>
        <a:solidFill>
          <a:schemeClr val="lt2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57"/>
          <p:cNvSpPr txBox="1"/>
          <p:nvPr>
            <p:ph type="title"/>
          </p:nvPr>
        </p:nvSpPr>
        <p:spPr>
          <a:xfrm>
            <a:off x="482050" y="204925"/>
            <a:ext cx="50298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7" name="Google Shape;1047;p57"/>
          <p:cNvSpPr/>
          <p:nvPr>
            <p:ph idx="2" type="pic"/>
          </p:nvPr>
        </p:nvSpPr>
        <p:spPr>
          <a:xfrm>
            <a:off x="482050" y="1152475"/>
            <a:ext cx="2559000" cy="16479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" name="Google Shape;1048;p57"/>
          <p:cNvSpPr txBox="1"/>
          <p:nvPr>
            <p:ph idx="1" type="subTitle"/>
          </p:nvPr>
        </p:nvSpPr>
        <p:spPr>
          <a:xfrm>
            <a:off x="5522950" y="204925"/>
            <a:ext cx="3139200" cy="764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9" name="Google Shape;1049;p57"/>
          <p:cNvSpPr/>
          <p:nvPr>
            <p:ph idx="3" type="pic"/>
          </p:nvPr>
        </p:nvSpPr>
        <p:spPr>
          <a:xfrm>
            <a:off x="3292581" y="1152475"/>
            <a:ext cx="2559000" cy="1647900"/>
          </a:xfrm>
          <a:prstGeom prst="rect">
            <a:avLst/>
          </a:prstGeom>
          <a:noFill/>
          <a:ln>
            <a:noFill/>
          </a:ln>
        </p:spPr>
      </p:sp>
      <p:sp>
        <p:nvSpPr>
          <p:cNvPr id="1050" name="Google Shape;1050;p57"/>
          <p:cNvSpPr/>
          <p:nvPr>
            <p:ph idx="4" type="pic"/>
          </p:nvPr>
        </p:nvSpPr>
        <p:spPr>
          <a:xfrm>
            <a:off x="6103125" y="1152475"/>
            <a:ext cx="2559000" cy="1647900"/>
          </a:xfrm>
          <a:prstGeom prst="rect">
            <a:avLst/>
          </a:prstGeom>
          <a:noFill/>
          <a:ln>
            <a:noFill/>
          </a:ln>
        </p:spPr>
      </p:sp>
      <p:sp>
        <p:nvSpPr>
          <p:cNvPr id="1051" name="Google Shape;1051;p57"/>
          <p:cNvSpPr/>
          <p:nvPr>
            <p:ph idx="5" type="pic"/>
          </p:nvPr>
        </p:nvSpPr>
        <p:spPr>
          <a:xfrm>
            <a:off x="482050" y="3051750"/>
            <a:ext cx="2559000" cy="1647900"/>
          </a:xfrm>
          <a:prstGeom prst="rect">
            <a:avLst/>
          </a:prstGeom>
          <a:noFill/>
          <a:ln>
            <a:noFill/>
          </a:ln>
        </p:spPr>
      </p:sp>
      <p:sp>
        <p:nvSpPr>
          <p:cNvPr id="1052" name="Google Shape;1052;p57"/>
          <p:cNvSpPr/>
          <p:nvPr>
            <p:ph idx="6" type="pic"/>
          </p:nvPr>
        </p:nvSpPr>
        <p:spPr>
          <a:xfrm>
            <a:off x="3292581" y="3051750"/>
            <a:ext cx="2559000" cy="1647900"/>
          </a:xfrm>
          <a:prstGeom prst="rect">
            <a:avLst/>
          </a:prstGeom>
          <a:noFill/>
          <a:ln>
            <a:noFill/>
          </a:ln>
        </p:spPr>
      </p:sp>
      <p:sp>
        <p:nvSpPr>
          <p:cNvPr id="1053" name="Google Shape;1053;p57"/>
          <p:cNvSpPr/>
          <p:nvPr>
            <p:ph idx="7" type="pic"/>
          </p:nvPr>
        </p:nvSpPr>
        <p:spPr>
          <a:xfrm>
            <a:off x="6103125" y="3051750"/>
            <a:ext cx="2559000" cy="1647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- Dark">
  <p:cSld name="CUSTOM_4">
    <p:bg>
      <p:bgPr>
        <a:solidFill>
          <a:schemeClr val="dk1"/>
        </a:solidFill>
      </p:bgPr>
    </p:bg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- Light">
  <p:cSld name="CUSTOM_4_1"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- Dark 1">
  <p:cSld name="CUSTOM_2_3">
    <p:bg>
      <p:bgPr>
        <a:solidFill>
          <a:schemeClr val="dk1"/>
        </a:solidFill>
      </p:bgPr>
    </p:bg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60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8" name="Google Shape;1058;p60"/>
          <p:cNvSpPr txBox="1"/>
          <p:nvPr>
            <p:ph idx="2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9" name="Google Shape;1059;p60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0" name="Google Shape;1060;p60"/>
          <p:cNvSpPr txBox="1"/>
          <p:nvPr>
            <p:ph idx="3" type="title"/>
          </p:nvPr>
        </p:nvSpPr>
        <p:spPr>
          <a:xfrm>
            <a:off x="482050" y="1448150"/>
            <a:ext cx="81798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1" name="Google Shape;1061;p60"/>
          <p:cNvSpPr txBox="1"/>
          <p:nvPr>
            <p:ph idx="4" type="body"/>
          </p:nvPr>
        </p:nvSpPr>
        <p:spPr>
          <a:xfrm>
            <a:off x="482050" y="1881200"/>
            <a:ext cx="8179800" cy="28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238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- Dark 1 1">
  <p:cSld name="CUSTOM_2_4_1">
    <p:bg>
      <p:bgPr>
        <a:solidFill>
          <a:schemeClr val="dk1"/>
        </a:solidFill>
      </p:bgPr>
    </p:bg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61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4" name="Google Shape;1064;p61"/>
          <p:cNvSpPr txBox="1"/>
          <p:nvPr>
            <p:ph idx="2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5" name="Google Shape;1065;p61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6" name="Google Shape;1066;p61"/>
          <p:cNvSpPr txBox="1"/>
          <p:nvPr>
            <p:ph idx="3" type="title"/>
          </p:nvPr>
        </p:nvSpPr>
        <p:spPr>
          <a:xfrm>
            <a:off x="482050" y="1448150"/>
            <a:ext cx="81798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7" name="Google Shape;1067;p61"/>
          <p:cNvSpPr txBox="1"/>
          <p:nvPr>
            <p:ph idx="4" type="body"/>
          </p:nvPr>
        </p:nvSpPr>
        <p:spPr>
          <a:xfrm>
            <a:off x="482050" y="1881200"/>
            <a:ext cx="8179800" cy="28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238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- Dark 1 1 1">
  <p:cSld name="CUSTOM_2_4_1_1">
    <p:bg>
      <p:bgPr>
        <a:solidFill>
          <a:schemeClr val="dk1"/>
        </a:solid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62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0" name="Google Shape;1070;p62"/>
          <p:cNvSpPr txBox="1"/>
          <p:nvPr>
            <p:ph idx="2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1" name="Google Shape;1071;p62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2" name="Google Shape;1072;p62"/>
          <p:cNvSpPr txBox="1"/>
          <p:nvPr>
            <p:ph idx="3" type="title"/>
          </p:nvPr>
        </p:nvSpPr>
        <p:spPr>
          <a:xfrm>
            <a:off x="482050" y="1448150"/>
            <a:ext cx="81798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3" name="Google Shape;1073;p62"/>
          <p:cNvSpPr txBox="1"/>
          <p:nvPr>
            <p:ph idx="4" type="body"/>
          </p:nvPr>
        </p:nvSpPr>
        <p:spPr>
          <a:xfrm>
            <a:off x="482050" y="1881200"/>
            <a:ext cx="8179800" cy="28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238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- Dark 1 2">
  <p:cSld name="CUSTOM_2_4_2">
    <p:bg>
      <p:bgPr>
        <a:solidFill>
          <a:schemeClr val="dk1"/>
        </a:solidFill>
      </p:bgPr>
    </p:bg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63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6" name="Google Shape;1076;p63"/>
          <p:cNvSpPr txBox="1"/>
          <p:nvPr>
            <p:ph idx="2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7" name="Google Shape;1077;p63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8" name="Google Shape;1078;p63"/>
          <p:cNvSpPr txBox="1"/>
          <p:nvPr>
            <p:ph idx="3" type="title"/>
          </p:nvPr>
        </p:nvSpPr>
        <p:spPr>
          <a:xfrm>
            <a:off x="482050" y="1448150"/>
            <a:ext cx="81798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9" name="Google Shape;1079;p63"/>
          <p:cNvSpPr txBox="1"/>
          <p:nvPr>
            <p:ph idx="4" type="body"/>
          </p:nvPr>
        </p:nvSpPr>
        <p:spPr>
          <a:xfrm>
            <a:off x="482050" y="1881200"/>
            <a:ext cx="8179800" cy="28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laceholder - Gray  1">
  <p:cSld name="BLANK_3_2">
    <p:bg>
      <p:bgPr>
        <a:solidFill>
          <a:srgbClr val="151515"/>
        </a:solidFill>
      </p:bgPr>
    </p:bg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64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2" name="Google Shape;1082;p64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3" name="Google Shape;1083;p64"/>
          <p:cNvSpPr txBox="1"/>
          <p:nvPr>
            <p:ph idx="2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4" name="Google Shape;1084;p64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- Dark 1 1 2">
  <p:cSld name="CUSTOM_2_4_1_2">
    <p:bg>
      <p:bgPr>
        <a:solidFill>
          <a:schemeClr val="dk1"/>
        </a:solidFill>
      </p:bgPr>
    </p:bg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65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7" name="Google Shape;1087;p65"/>
          <p:cNvSpPr txBox="1"/>
          <p:nvPr>
            <p:ph idx="2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8" name="Google Shape;1088;p65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9" name="Google Shape;1089;p65"/>
          <p:cNvSpPr txBox="1"/>
          <p:nvPr>
            <p:ph idx="3" type="title"/>
          </p:nvPr>
        </p:nvSpPr>
        <p:spPr>
          <a:xfrm>
            <a:off x="482050" y="1448150"/>
            <a:ext cx="81798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0" name="Google Shape;1090;p65"/>
          <p:cNvSpPr txBox="1"/>
          <p:nvPr>
            <p:ph idx="4" type="body"/>
          </p:nvPr>
        </p:nvSpPr>
        <p:spPr>
          <a:xfrm>
            <a:off x="482050" y="1881200"/>
            <a:ext cx="8179800" cy="28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238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○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■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- Light 1">
  <p:cSld name="CUSTOM_2_2_1">
    <p:bg>
      <p:bgPr>
        <a:solidFill>
          <a:schemeClr val="lt2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66"/>
          <p:cNvSpPr txBox="1"/>
          <p:nvPr>
            <p:ph idx="1" type="subTitle"/>
          </p:nvPr>
        </p:nvSpPr>
        <p:spPr>
          <a:xfrm>
            <a:off x="5522950" y="204925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3" name="Google Shape;1093;p66"/>
          <p:cNvSpPr txBox="1"/>
          <p:nvPr>
            <p:ph idx="2" type="subTitle"/>
          </p:nvPr>
        </p:nvSpPr>
        <p:spPr>
          <a:xfrm>
            <a:off x="5522950" y="638113"/>
            <a:ext cx="3139200" cy="2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4" name="Google Shape;1094;p66"/>
          <p:cNvSpPr txBox="1"/>
          <p:nvPr>
            <p:ph type="title"/>
          </p:nvPr>
        </p:nvSpPr>
        <p:spPr>
          <a:xfrm>
            <a:off x="482050" y="204925"/>
            <a:ext cx="5246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solidFill>
          <a:schemeClr val="dk1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67"/>
          <p:cNvSpPr/>
          <p:nvPr/>
        </p:nvSpPr>
        <p:spPr>
          <a:xfrm flipH="1" rot="10800000">
            <a:off x="0" y="0"/>
            <a:ext cx="9144000" cy="514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7" name="Google Shape;1097;p67"/>
          <p:cNvGrpSpPr/>
          <p:nvPr/>
        </p:nvGrpSpPr>
        <p:grpSpPr>
          <a:xfrm>
            <a:off x="675" y="1240718"/>
            <a:ext cx="8617092" cy="2437476"/>
            <a:chOff x="675" y="1476393"/>
            <a:chExt cx="7784184" cy="2201875"/>
          </a:xfrm>
        </p:grpSpPr>
        <p:sp>
          <p:nvSpPr>
            <p:cNvPr id="1098" name="Google Shape;1098;p67"/>
            <p:cNvSpPr/>
            <p:nvPr/>
          </p:nvSpPr>
          <p:spPr>
            <a:xfrm>
              <a:off x="675" y="1679840"/>
              <a:ext cx="5292300" cy="363300"/>
            </a:xfrm>
            <a:prstGeom prst="rect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67"/>
            <p:cNvSpPr/>
            <p:nvPr/>
          </p:nvSpPr>
          <p:spPr>
            <a:xfrm>
              <a:off x="675" y="2036932"/>
              <a:ext cx="5292300" cy="363300"/>
            </a:xfrm>
            <a:prstGeom prst="rect">
              <a:avLst/>
            </a:prstGeom>
            <a:solidFill>
              <a:srgbClr val="FFA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67"/>
            <p:cNvSpPr/>
            <p:nvPr/>
          </p:nvSpPr>
          <p:spPr>
            <a:xfrm>
              <a:off x="675" y="2398257"/>
              <a:ext cx="5292300" cy="363300"/>
            </a:xfrm>
            <a:prstGeom prst="rect">
              <a:avLst/>
            </a:prstGeom>
            <a:solidFill>
              <a:srgbClr val="FF82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67"/>
            <p:cNvSpPr/>
            <p:nvPr/>
          </p:nvSpPr>
          <p:spPr>
            <a:xfrm>
              <a:off x="675" y="2752482"/>
              <a:ext cx="5292300" cy="363300"/>
            </a:xfrm>
            <a:prstGeom prst="rect">
              <a:avLst/>
            </a:prstGeom>
            <a:solidFill>
              <a:srgbClr val="FA50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67"/>
            <p:cNvSpPr/>
            <p:nvPr/>
          </p:nvSpPr>
          <p:spPr>
            <a:xfrm>
              <a:off x="675" y="3114517"/>
              <a:ext cx="5292300" cy="363300"/>
            </a:xfrm>
            <a:prstGeom prst="rect">
              <a:avLst/>
            </a:prstGeom>
            <a:solidFill>
              <a:srgbClr val="E105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03" name="Google Shape;1103;p67"/>
            <p:cNvPicPr preferRelativeResize="0"/>
            <p:nvPr/>
          </p:nvPicPr>
          <p:blipFill rotWithShape="1">
            <a:blip r:embed="rId2">
              <a:alphaModFix/>
            </a:blip>
            <a:srcRect b="0" l="-160" r="160" t="0"/>
            <a:stretch/>
          </p:blipFill>
          <p:spPr>
            <a:xfrm>
              <a:off x="3868482" y="1476393"/>
              <a:ext cx="3916377" cy="2201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Mode + Title">
  <p:cSld name="ONE_COLUMN_TEXT_1_1_1">
    <p:bg>
      <p:bgPr>
        <a:solidFill>
          <a:srgbClr val="FFFAEB"/>
        </a:solidFill>
      </p:bgPr>
    </p:bg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68"/>
          <p:cNvSpPr/>
          <p:nvPr/>
        </p:nvSpPr>
        <p:spPr>
          <a:xfrm flipH="1" rot="10800000">
            <a:off x="0" y="25"/>
            <a:ext cx="9144000" cy="4688700"/>
          </a:xfrm>
          <a:prstGeom prst="rect">
            <a:avLst/>
          </a:prstGeom>
          <a:solidFill>
            <a:srgbClr val="FFFA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6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7" name="Google Shape;1107;p68"/>
          <p:cNvSpPr txBox="1"/>
          <p:nvPr>
            <p:ph idx="2" type="sldNum"/>
          </p:nvPr>
        </p:nvSpPr>
        <p:spPr>
          <a:xfrm>
            <a:off x="8619449" y="4739425"/>
            <a:ext cx="401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b="1" sz="800">
                <a:solidFill>
                  <a:srgbClr val="FFFAEB"/>
                </a:solidFill>
              </a:defRPr>
            </a:lvl1pPr>
            <a:lvl2pPr lvl="1" algn="r">
              <a:buNone/>
              <a:defRPr b="1" sz="800">
                <a:solidFill>
                  <a:srgbClr val="FFFAEB"/>
                </a:solidFill>
              </a:defRPr>
            </a:lvl2pPr>
            <a:lvl3pPr lvl="2" algn="r">
              <a:buNone/>
              <a:defRPr b="1" sz="800">
                <a:solidFill>
                  <a:srgbClr val="FFFAEB"/>
                </a:solidFill>
              </a:defRPr>
            </a:lvl3pPr>
            <a:lvl4pPr lvl="3" algn="r">
              <a:buNone/>
              <a:defRPr b="1" sz="800">
                <a:solidFill>
                  <a:srgbClr val="FFFAEB"/>
                </a:solidFill>
              </a:defRPr>
            </a:lvl4pPr>
            <a:lvl5pPr lvl="4" algn="r">
              <a:buNone/>
              <a:defRPr b="1" sz="800">
                <a:solidFill>
                  <a:srgbClr val="FFFAEB"/>
                </a:solidFill>
              </a:defRPr>
            </a:lvl5pPr>
            <a:lvl6pPr lvl="5" algn="r">
              <a:buNone/>
              <a:defRPr b="1" sz="800">
                <a:solidFill>
                  <a:srgbClr val="FFFAEB"/>
                </a:solidFill>
              </a:defRPr>
            </a:lvl6pPr>
            <a:lvl7pPr lvl="6" algn="r">
              <a:buNone/>
              <a:defRPr b="1" sz="800">
                <a:solidFill>
                  <a:srgbClr val="FFFAEB"/>
                </a:solidFill>
              </a:defRPr>
            </a:lvl7pPr>
            <a:lvl8pPr lvl="7" algn="r">
              <a:buNone/>
              <a:defRPr b="1" sz="800">
                <a:solidFill>
                  <a:srgbClr val="FFFAEB"/>
                </a:solidFill>
              </a:defRPr>
            </a:lvl8pPr>
            <a:lvl9pPr lvl="8" algn="r">
              <a:buNone/>
              <a:defRPr b="1" sz="800">
                <a:solidFill>
                  <a:srgbClr val="FFFAEB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08" name="Google Shape;1108;p68"/>
          <p:cNvCxnSpPr/>
          <p:nvPr/>
        </p:nvCxnSpPr>
        <p:spPr>
          <a:xfrm>
            <a:off x="8585910" y="4869835"/>
            <a:ext cx="0" cy="11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9" name="Google Shape;1109;p68"/>
          <p:cNvSpPr txBox="1"/>
          <p:nvPr>
            <p:ph idx="3" type="sldNum"/>
          </p:nvPr>
        </p:nvSpPr>
        <p:spPr>
          <a:xfrm>
            <a:off x="5861328" y="4727525"/>
            <a:ext cx="2569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600">
                <a:solidFill>
                  <a:srgbClr val="ADADAD"/>
                </a:solidFill>
              </a:defRPr>
            </a:lvl1pPr>
            <a:lvl2pPr lvl="1" algn="r">
              <a:buNone/>
              <a:defRPr sz="600">
                <a:solidFill>
                  <a:srgbClr val="ADADAD"/>
                </a:solidFill>
              </a:defRPr>
            </a:lvl2pPr>
            <a:lvl3pPr lvl="2" algn="r">
              <a:buNone/>
              <a:defRPr sz="600">
                <a:solidFill>
                  <a:srgbClr val="ADADAD"/>
                </a:solidFill>
              </a:defRPr>
            </a:lvl3pPr>
            <a:lvl4pPr lvl="3" algn="r">
              <a:buNone/>
              <a:defRPr sz="600">
                <a:solidFill>
                  <a:srgbClr val="ADADAD"/>
                </a:solidFill>
              </a:defRPr>
            </a:lvl4pPr>
            <a:lvl5pPr lvl="4" algn="r">
              <a:buNone/>
              <a:defRPr sz="600">
                <a:solidFill>
                  <a:srgbClr val="ADADAD"/>
                </a:solidFill>
              </a:defRPr>
            </a:lvl5pPr>
            <a:lvl6pPr lvl="5" algn="r">
              <a:buNone/>
              <a:defRPr sz="600">
                <a:solidFill>
                  <a:srgbClr val="ADADAD"/>
                </a:solidFill>
              </a:defRPr>
            </a:lvl6pPr>
            <a:lvl7pPr lvl="6" algn="r">
              <a:buNone/>
              <a:defRPr sz="600">
                <a:solidFill>
                  <a:srgbClr val="ADADAD"/>
                </a:solidFill>
              </a:defRPr>
            </a:lvl7pPr>
            <a:lvl8pPr lvl="7" algn="r">
              <a:buNone/>
              <a:defRPr sz="600">
                <a:solidFill>
                  <a:srgbClr val="ADADAD"/>
                </a:solidFill>
              </a:defRPr>
            </a:lvl8pPr>
            <a:lvl9pPr lvl="8" algn="r">
              <a:buNone/>
              <a:defRPr sz="600">
                <a:solidFill>
                  <a:srgbClr val="ADADAD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Confidential ©2024 Mistral AI. All rights reserved.</a:t>
            </a:r>
            <a:endParaRPr/>
          </a:p>
        </p:txBody>
      </p:sp>
      <p:sp>
        <p:nvSpPr>
          <p:cNvPr id="1110" name="Google Shape;1110;p68"/>
          <p:cNvSpPr txBox="1"/>
          <p:nvPr>
            <p:ph type="title"/>
          </p:nvPr>
        </p:nvSpPr>
        <p:spPr>
          <a:xfrm>
            <a:off x="340425" y="496858"/>
            <a:ext cx="730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Char char="●"/>
              <a:defRPr b="1" sz="2200">
                <a:solidFill>
                  <a:srgbClr val="1E1E1E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Char char="○"/>
              <a:defRPr sz="2200">
                <a:solidFill>
                  <a:srgbClr val="1E1E1E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Char char="■"/>
              <a:defRPr sz="2200">
                <a:solidFill>
                  <a:srgbClr val="1E1E1E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Char char="●"/>
              <a:defRPr sz="2200">
                <a:solidFill>
                  <a:srgbClr val="1E1E1E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Char char="○"/>
              <a:defRPr sz="2200">
                <a:solidFill>
                  <a:srgbClr val="1E1E1E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Char char="■"/>
              <a:defRPr sz="2200">
                <a:solidFill>
                  <a:srgbClr val="1E1E1E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Char char="●"/>
              <a:defRPr sz="2200">
                <a:solidFill>
                  <a:srgbClr val="1E1E1E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Char char="○"/>
              <a:defRPr sz="2200">
                <a:solidFill>
                  <a:srgbClr val="1E1E1E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Char char="■"/>
              <a:defRPr sz="2200">
                <a:solidFill>
                  <a:srgbClr val="1E1E1E"/>
                </a:solidFill>
              </a:defRPr>
            </a:lvl9pPr>
          </a:lstStyle>
          <a:p/>
        </p:txBody>
      </p:sp>
      <p:sp>
        <p:nvSpPr>
          <p:cNvPr id="1111" name="Google Shape;1111;p68"/>
          <p:cNvSpPr/>
          <p:nvPr/>
        </p:nvSpPr>
        <p:spPr>
          <a:xfrm>
            <a:off x="0" y="591625"/>
            <a:ext cx="281700" cy="281700"/>
          </a:xfrm>
          <a:prstGeom prst="rect">
            <a:avLst/>
          </a:prstGeom>
          <a:solidFill>
            <a:srgbClr val="FA50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28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3.xml"/><Relationship Id="rId4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5.xml"/><Relationship Id="rId43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7.xml"/><Relationship Id="rId45" Type="http://schemas.openxmlformats.org/officeDocument/2006/relationships/slideLayout" Target="../slideLayouts/slideLayout46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48" Type="http://schemas.openxmlformats.org/officeDocument/2006/relationships/slideLayout" Target="../slideLayouts/slideLayout49.xml"/><Relationship Id="rId47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5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31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40.xml"/><Relationship Id="rId38" Type="http://schemas.openxmlformats.org/officeDocument/2006/relationships/slideLayout" Target="../slideLayouts/slideLayout39.xml"/><Relationship Id="rId62" Type="http://schemas.openxmlformats.org/officeDocument/2006/relationships/slideLayout" Target="../slideLayouts/slideLayout63.xml"/><Relationship Id="rId61" Type="http://schemas.openxmlformats.org/officeDocument/2006/relationships/slideLayout" Target="../slideLayouts/slideLayout62.xml"/><Relationship Id="rId20" Type="http://schemas.openxmlformats.org/officeDocument/2006/relationships/slideLayout" Target="../slideLayouts/slideLayout21.xml"/><Relationship Id="rId64" Type="http://schemas.openxmlformats.org/officeDocument/2006/relationships/slideLayout" Target="../slideLayouts/slideLayout65.xml"/><Relationship Id="rId63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23.xml"/><Relationship Id="rId66" Type="http://schemas.openxmlformats.org/officeDocument/2006/relationships/theme" Target="../theme/theme3.xml"/><Relationship Id="rId21" Type="http://schemas.openxmlformats.org/officeDocument/2006/relationships/slideLayout" Target="../slideLayouts/slideLayout22.xml"/><Relationship Id="rId65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4.xml"/><Relationship Id="rId60" Type="http://schemas.openxmlformats.org/officeDocument/2006/relationships/slideLayout" Target="../slideLayouts/slideLayout61.xml"/><Relationship Id="rId26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30.xml"/><Relationship Id="rId51" Type="http://schemas.openxmlformats.org/officeDocument/2006/relationships/slideLayout" Target="../slideLayouts/slideLayout52.xml"/><Relationship Id="rId50" Type="http://schemas.openxmlformats.org/officeDocument/2006/relationships/slideLayout" Target="../slideLayouts/slideLayout51.xml"/><Relationship Id="rId53" Type="http://schemas.openxmlformats.org/officeDocument/2006/relationships/slideLayout" Target="../slideLayouts/slideLayout54.xml"/><Relationship Id="rId52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12.xml"/><Relationship Id="rId5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11.xml"/><Relationship Id="rId54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14.xml"/><Relationship Id="rId5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13.xml"/><Relationship Id="rId56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16.xml"/><Relationship Id="rId5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15.xml"/><Relationship Id="rId58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7380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4" title="Frame 2121454100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108926" y="4836172"/>
            <a:ext cx="276599" cy="1974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4">
          <p15:clr>
            <a:srgbClr val="E46962"/>
          </p15:clr>
        </p15:guide>
        <p15:guide id="2" pos="5586">
          <p15:clr>
            <a:srgbClr val="E46962"/>
          </p15:clr>
        </p15:guide>
        <p15:guide id="3" pos="304">
          <p15:clr>
            <a:srgbClr val="E46962"/>
          </p15:clr>
        </p15:guide>
        <p15:guide id="4" pos="836">
          <p15:clr>
            <a:srgbClr val="E46962"/>
          </p15:clr>
        </p15:guide>
        <p15:guide id="5" pos="960">
          <p15:clr>
            <a:srgbClr val="E46962"/>
          </p15:clr>
        </p15:guide>
        <p15:guide id="6" pos="1496">
          <p15:clr>
            <a:srgbClr val="E46962"/>
          </p15:clr>
        </p15:guide>
        <p15:guide id="7" pos="1620">
          <p15:clr>
            <a:srgbClr val="E46962"/>
          </p15:clr>
        </p15:guide>
        <p15:guide id="8" pos="2155">
          <p15:clr>
            <a:srgbClr val="E46962"/>
          </p15:clr>
        </p15:guide>
        <p15:guide id="9" pos="2281">
          <p15:clr>
            <a:srgbClr val="E46962"/>
          </p15:clr>
        </p15:guide>
        <p15:guide id="10" pos="2815">
          <p15:clr>
            <a:srgbClr val="E46962"/>
          </p15:clr>
        </p15:guide>
        <p15:guide id="11" pos="2945">
          <p15:clr>
            <a:srgbClr val="E46962"/>
          </p15:clr>
        </p15:guide>
        <p15:guide id="12" pos="3479">
          <p15:clr>
            <a:srgbClr val="E46962"/>
          </p15:clr>
        </p15:guide>
        <p15:guide id="13" pos="3605">
          <p15:clr>
            <a:srgbClr val="E46962"/>
          </p15:clr>
        </p15:guide>
        <p15:guide id="14" pos="4140">
          <p15:clr>
            <a:srgbClr val="E46962"/>
          </p15:clr>
        </p15:guide>
        <p15:guide id="15" pos="4264">
          <p15:clr>
            <a:srgbClr val="E46962"/>
          </p15:clr>
        </p15:guide>
        <p15:guide id="16" pos="4800">
          <p15:clr>
            <a:srgbClr val="E46962"/>
          </p15:clr>
        </p15:guide>
        <p15:guide id="17" pos="4924">
          <p15:clr>
            <a:srgbClr val="E46962"/>
          </p15:clr>
        </p15:guide>
        <p15:guide id="18" pos="5456">
          <p15:clr>
            <a:srgbClr val="E46962"/>
          </p15:clr>
        </p15:guide>
        <p15:guide id="19" orient="horz" pos="129">
          <p15:clr>
            <a:srgbClr val="E46962"/>
          </p15:clr>
        </p15:guide>
        <p15:guide id="20" orient="horz" pos="2960">
          <p15:clr>
            <a:srgbClr val="E46962"/>
          </p15:clr>
        </p15:guide>
        <p15:guide id="21" pos="2880">
          <p15:clr>
            <a:srgbClr val="E46962"/>
          </p15:clr>
        </p15:guide>
        <p15:guide id="22" orient="horz" pos="1620">
          <p15:clr>
            <a:srgbClr val="E46962"/>
          </p15:clr>
        </p15:guide>
        <p15:guide id="23" orient="horz" pos="3111">
          <p15:clr>
            <a:srgbClr val="E46962"/>
          </p15:clr>
        </p15:guide>
        <p15:guide id="24" orient="horz" pos="72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gif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8.png"/><Relationship Id="rId4" Type="http://schemas.openxmlformats.org/officeDocument/2006/relationships/image" Target="../media/image21.png"/><Relationship Id="rId5" Type="http://schemas.openxmlformats.org/officeDocument/2006/relationships/image" Target="../media/image17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6.gif"/><Relationship Id="rId5" Type="http://schemas.openxmlformats.org/officeDocument/2006/relationships/hyperlink" Target="https://chat.mistral.ai/work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huggingface.co/spaces/Jofthomas/Geogussr_challenge_2" TargetMode="External"/><Relationship Id="rId4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huggingface.co/spaces/mistralai/Voxtral-Realtime-WebGPU" TargetMode="External"/><Relationship Id="rId4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Relationship Id="rId8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mistral-credits.fly.dev/h/vibe-sf-2026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69"/>
          <p:cNvSpPr txBox="1"/>
          <p:nvPr>
            <p:ph type="ctrTitle"/>
          </p:nvPr>
        </p:nvSpPr>
        <p:spPr>
          <a:xfrm>
            <a:off x="283050" y="301975"/>
            <a:ext cx="3471300" cy="12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Vibe Hackathon</a:t>
            </a:r>
            <a:endParaRPr sz="3300"/>
          </a:p>
        </p:txBody>
      </p:sp>
      <p:pic>
        <p:nvPicPr>
          <p:cNvPr id="1117" name="Google Shape;1117;p69" title="Icon-Cat-Chilling-Whit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6225" y="2930102"/>
            <a:ext cx="1538425" cy="15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69" title="Property 1=San Francisco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6825" y="2578050"/>
            <a:ext cx="1475526" cy="147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70"/>
          <p:cNvSpPr/>
          <p:nvPr/>
        </p:nvSpPr>
        <p:spPr>
          <a:xfrm>
            <a:off x="90488" y="238125"/>
            <a:ext cx="8963025" cy="4814888"/>
          </a:xfrm>
          <a:prstGeom prst="roundRect">
            <a:avLst>
              <a:gd fmla="val 2849" name="adj"/>
            </a:avLst>
          </a:prstGeom>
          <a:solidFill>
            <a:srgbClr val="F5F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5" name="Google Shape;1125;p70"/>
          <p:cNvPicPr preferRelativeResize="0"/>
          <p:nvPr/>
        </p:nvPicPr>
        <p:blipFill rotWithShape="1">
          <a:blip r:embed="rId3">
            <a:alphaModFix/>
          </a:blip>
          <a:srcRect b="14955" l="0" r="10417" t="0"/>
          <a:stretch/>
        </p:blipFill>
        <p:spPr>
          <a:xfrm>
            <a:off x="6186488" y="3238500"/>
            <a:ext cx="2867025" cy="1814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6" name="Google Shape;1126;p70"/>
          <p:cNvPicPr preferRelativeResize="0"/>
          <p:nvPr/>
        </p:nvPicPr>
        <p:blipFill rotWithShape="1">
          <a:blip r:embed="rId3">
            <a:alphaModFix/>
          </a:blip>
          <a:srcRect b="0" l="0" r="10417" t="0"/>
          <a:stretch/>
        </p:blipFill>
        <p:spPr>
          <a:xfrm>
            <a:off x="6186488" y="476250"/>
            <a:ext cx="286702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70"/>
          <p:cNvSpPr/>
          <p:nvPr/>
        </p:nvSpPr>
        <p:spPr>
          <a:xfrm>
            <a:off x="852500" y="1916352"/>
            <a:ext cx="77343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60"/>
              <a:buFont typeface="JetBrains Mono"/>
              <a:buNone/>
            </a:pPr>
            <a:r>
              <a:rPr b="1" i="0" lang="en-US" sz="456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Welcome to Mistral AI  </a:t>
            </a:r>
            <a:r>
              <a:rPr b="1" lang="en-US" sz="4560">
                <a:latin typeface="JetBrains Mono"/>
                <a:ea typeface="JetBrains Mono"/>
                <a:cs typeface="JetBrains Mono"/>
                <a:sym typeface="JetBrains Mono"/>
              </a:rPr>
              <a:t>Vibe Hackathon</a:t>
            </a:r>
            <a:endParaRPr b="0" i="0" sz="4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8" name="Google Shape;1128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8112" y="1200150"/>
            <a:ext cx="1227482" cy="2706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9" name="Google Shape;1129;p70"/>
          <p:cNvPicPr preferRelativeResize="0"/>
          <p:nvPr/>
        </p:nvPicPr>
        <p:blipFill rotWithShape="1">
          <a:blip r:embed="rId3">
            <a:alphaModFix/>
          </a:blip>
          <a:srcRect b="14952" l="0" r="10418" t="0"/>
          <a:stretch/>
        </p:blipFill>
        <p:spPr>
          <a:xfrm flipH="1">
            <a:off x="90488" y="3238500"/>
            <a:ext cx="2867026" cy="1814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0" name="Google Shape;1130;p70"/>
          <p:cNvPicPr preferRelativeResize="0"/>
          <p:nvPr/>
        </p:nvPicPr>
        <p:blipFill rotWithShape="1">
          <a:blip r:embed="rId3">
            <a:alphaModFix/>
          </a:blip>
          <a:srcRect b="0" l="0" r="10418" t="0"/>
          <a:stretch/>
        </p:blipFill>
        <p:spPr>
          <a:xfrm flipH="1">
            <a:off x="90488" y="476250"/>
            <a:ext cx="2867026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p70" title="920e56ee-25c5-439d-bd31-fbdf5c92c87f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7039" y="3935197"/>
            <a:ext cx="1649800" cy="164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70"/>
          <p:cNvSpPr/>
          <p:nvPr/>
        </p:nvSpPr>
        <p:spPr>
          <a:xfrm>
            <a:off x="90503" y="76200"/>
            <a:ext cx="347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MISTRAL Vibe Hackathon - Paris   </a:t>
            </a:r>
            <a:endParaRPr b="1" sz="784">
              <a:solidFill>
                <a:srgbClr val="F5F1E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33" name="Google Shape;1133;p70"/>
          <p:cNvSpPr/>
          <p:nvPr/>
        </p:nvSpPr>
        <p:spPr>
          <a:xfrm>
            <a:off x="7258050" y="76200"/>
            <a:ext cx="179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July 18th 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71"/>
          <p:cNvSpPr/>
          <p:nvPr/>
        </p:nvSpPr>
        <p:spPr>
          <a:xfrm>
            <a:off x="90488" y="238125"/>
            <a:ext cx="8963100" cy="4815000"/>
          </a:xfrm>
          <a:prstGeom prst="roundRect">
            <a:avLst>
              <a:gd fmla="val 2849" name="adj"/>
            </a:avLst>
          </a:prstGeom>
          <a:solidFill>
            <a:srgbClr val="000000"/>
          </a:solidFill>
          <a:ln cap="flat" cmpd="sng" w="9525">
            <a:solidFill>
              <a:srgbClr val="F5F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71"/>
          <p:cNvSpPr/>
          <p:nvPr/>
        </p:nvSpPr>
        <p:spPr>
          <a:xfrm>
            <a:off x="1687050" y="2028675"/>
            <a:ext cx="5770800" cy="1791900"/>
          </a:xfrm>
          <a:prstGeom prst="rect">
            <a:avLst/>
          </a:prstGeom>
          <a:solidFill>
            <a:srgbClr val="F5F1E9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5F1E9"/>
              </a:highlight>
            </a:endParaRPr>
          </a:p>
        </p:txBody>
      </p:sp>
      <p:sp>
        <p:nvSpPr>
          <p:cNvPr id="1141" name="Google Shape;1141;p71"/>
          <p:cNvSpPr txBox="1"/>
          <p:nvPr/>
        </p:nvSpPr>
        <p:spPr>
          <a:xfrm>
            <a:off x="1750862" y="2213350"/>
            <a:ext cx="5624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A50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 hackathon is centered around:</a:t>
            </a:r>
            <a:endParaRPr b="1" sz="2500">
              <a:solidFill>
                <a:srgbClr val="FA500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ctr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A50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MISTRAL VIBE</a:t>
            </a:r>
            <a:endParaRPr b="1" sz="2500">
              <a:solidFill>
                <a:srgbClr val="FA500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142" name="Google Shape;1142;p71"/>
          <p:cNvSpPr/>
          <p:nvPr/>
        </p:nvSpPr>
        <p:spPr>
          <a:xfrm>
            <a:off x="1702200" y="2040200"/>
            <a:ext cx="176700" cy="17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71"/>
          <p:cNvSpPr/>
          <p:nvPr/>
        </p:nvSpPr>
        <p:spPr>
          <a:xfrm>
            <a:off x="1702200" y="3628110"/>
            <a:ext cx="176700" cy="17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71"/>
          <p:cNvSpPr/>
          <p:nvPr/>
        </p:nvSpPr>
        <p:spPr>
          <a:xfrm>
            <a:off x="7264800" y="2040200"/>
            <a:ext cx="176700" cy="17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71"/>
          <p:cNvSpPr/>
          <p:nvPr/>
        </p:nvSpPr>
        <p:spPr>
          <a:xfrm>
            <a:off x="7264800" y="3628110"/>
            <a:ext cx="176700" cy="176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6" name="Google Shape;114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376" y="911849"/>
            <a:ext cx="1702676" cy="116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71"/>
          <p:cNvSpPr/>
          <p:nvPr/>
        </p:nvSpPr>
        <p:spPr>
          <a:xfrm>
            <a:off x="90503" y="76200"/>
            <a:ext cx="347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MISTRAL Vibe Hackathon - Paris   </a:t>
            </a:r>
            <a:endParaRPr b="1" sz="784">
              <a:solidFill>
                <a:srgbClr val="F5F1E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48" name="Google Shape;1148;p71"/>
          <p:cNvSpPr/>
          <p:nvPr/>
        </p:nvSpPr>
        <p:spPr>
          <a:xfrm>
            <a:off x="7258050" y="76200"/>
            <a:ext cx="179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July 18th 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72"/>
          <p:cNvSpPr/>
          <p:nvPr/>
        </p:nvSpPr>
        <p:spPr>
          <a:xfrm>
            <a:off x="90488" y="238125"/>
            <a:ext cx="8963100" cy="4815000"/>
          </a:xfrm>
          <a:prstGeom prst="roundRect">
            <a:avLst>
              <a:gd fmla="val 2849" name="adj"/>
            </a:avLst>
          </a:prstGeom>
          <a:solidFill>
            <a:srgbClr val="000000"/>
          </a:solidFill>
          <a:ln cap="flat" cmpd="sng" w="9525">
            <a:solidFill>
              <a:srgbClr val="F5F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72"/>
          <p:cNvSpPr/>
          <p:nvPr/>
        </p:nvSpPr>
        <p:spPr>
          <a:xfrm>
            <a:off x="862050" y="2865519"/>
            <a:ext cx="74199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976"/>
              </a:lnSpc>
              <a:spcBef>
                <a:spcPts val="0"/>
              </a:spcBef>
              <a:spcAft>
                <a:spcPts val="0"/>
              </a:spcAft>
              <a:buClr>
                <a:srgbClr val="FA500F"/>
              </a:buClr>
              <a:buSzPts val="1283"/>
              <a:buFont typeface="JetBrains Mono"/>
              <a:buNone/>
            </a:pPr>
            <a:r>
              <a:rPr lang="en-US" sz="1883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 Chat -&gt; Mistral Vibe</a:t>
            </a:r>
            <a:endParaRPr sz="1883">
              <a:solidFill>
                <a:srgbClr val="F5F1E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1156" name="Google Shape;115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3388" y="2132725"/>
            <a:ext cx="2737326" cy="605973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72"/>
          <p:cNvSpPr/>
          <p:nvPr/>
        </p:nvSpPr>
        <p:spPr>
          <a:xfrm>
            <a:off x="90503" y="76200"/>
            <a:ext cx="347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MISTRAL Vibe Hackathon - Paris   </a:t>
            </a:r>
            <a:endParaRPr b="1" sz="784">
              <a:solidFill>
                <a:srgbClr val="F5F1E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58" name="Google Shape;1158;p72"/>
          <p:cNvSpPr/>
          <p:nvPr/>
        </p:nvSpPr>
        <p:spPr>
          <a:xfrm>
            <a:off x="7258050" y="76200"/>
            <a:ext cx="179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July 18th 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73"/>
          <p:cNvSpPr/>
          <p:nvPr/>
        </p:nvSpPr>
        <p:spPr>
          <a:xfrm>
            <a:off x="90488" y="238125"/>
            <a:ext cx="8963100" cy="4815000"/>
          </a:xfrm>
          <a:prstGeom prst="roundRect">
            <a:avLst>
              <a:gd fmla="val 2849" name="adj"/>
            </a:avLst>
          </a:prstGeom>
          <a:solidFill>
            <a:srgbClr val="000000"/>
          </a:solidFill>
          <a:ln cap="flat" cmpd="sng" w="9525">
            <a:solidFill>
              <a:srgbClr val="F5F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73"/>
          <p:cNvSpPr/>
          <p:nvPr/>
        </p:nvSpPr>
        <p:spPr>
          <a:xfrm>
            <a:off x="862050" y="2865519"/>
            <a:ext cx="74199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976"/>
              </a:lnSpc>
              <a:spcBef>
                <a:spcPts val="0"/>
              </a:spcBef>
              <a:spcAft>
                <a:spcPts val="0"/>
              </a:spcAft>
              <a:buClr>
                <a:srgbClr val="FA500F"/>
              </a:buClr>
              <a:buSzPts val="1283"/>
              <a:buFont typeface="JetBrains Mono"/>
              <a:buNone/>
            </a:pPr>
            <a:r>
              <a:rPr lang="en-US" sz="1883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 Chat -&gt; Mistral Vibe</a:t>
            </a:r>
            <a:endParaRPr sz="1883">
              <a:solidFill>
                <a:srgbClr val="F5F1E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1166" name="Google Shape;116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3388" y="2132725"/>
            <a:ext cx="2737326" cy="605973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73"/>
          <p:cNvSpPr/>
          <p:nvPr/>
        </p:nvSpPr>
        <p:spPr>
          <a:xfrm>
            <a:off x="90503" y="76200"/>
            <a:ext cx="347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MISTRAL Vibe Hackathon - Paris   </a:t>
            </a:r>
            <a:endParaRPr b="1" sz="784">
              <a:solidFill>
                <a:srgbClr val="F5F1E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68" name="Google Shape;1168;p73"/>
          <p:cNvSpPr/>
          <p:nvPr/>
        </p:nvSpPr>
        <p:spPr>
          <a:xfrm>
            <a:off x="7258050" y="76200"/>
            <a:ext cx="179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July 18th 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9" name="Google Shape;1169;p73" title="lechatcropped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00" y="3476550"/>
            <a:ext cx="2663399" cy="121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73"/>
          <p:cNvSpPr txBox="1"/>
          <p:nvPr/>
        </p:nvSpPr>
        <p:spPr>
          <a:xfrm>
            <a:off x="2937125" y="3830163"/>
            <a:ext cx="44412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AEB"/>
                </a:solidFill>
              </a:rPr>
              <a:t>🔗 : </a:t>
            </a:r>
            <a:r>
              <a:rPr b="1" lang="en-US" sz="2300" u="sng">
                <a:solidFill>
                  <a:srgbClr val="FA500F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Tour of vibe</a:t>
            </a:r>
            <a:endParaRPr b="1" sz="2300">
              <a:solidFill>
                <a:srgbClr val="FA500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74"/>
          <p:cNvSpPr/>
          <p:nvPr/>
        </p:nvSpPr>
        <p:spPr>
          <a:xfrm>
            <a:off x="90488" y="238125"/>
            <a:ext cx="8963100" cy="4815000"/>
          </a:xfrm>
          <a:prstGeom prst="roundRect">
            <a:avLst>
              <a:gd fmla="val 2849" name="adj"/>
            </a:avLst>
          </a:prstGeom>
          <a:solidFill>
            <a:srgbClr val="000000"/>
          </a:solidFill>
          <a:ln cap="flat" cmpd="sng" w="9525">
            <a:solidFill>
              <a:srgbClr val="F5F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74"/>
          <p:cNvSpPr/>
          <p:nvPr/>
        </p:nvSpPr>
        <p:spPr>
          <a:xfrm>
            <a:off x="90500" y="215975"/>
            <a:ext cx="9022200" cy="24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4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Track</a:t>
            </a:r>
            <a:r>
              <a:rPr lang="en-US" sz="4144">
                <a:solidFill>
                  <a:srgbClr val="FA50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_01</a:t>
            </a:r>
            <a:br>
              <a:rPr lang="en-US" sz="4144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3044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Anything goes</a:t>
            </a:r>
            <a:r>
              <a:rPr lang="en-US" sz="3044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endParaRPr sz="3044">
              <a:solidFill>
                <a:srgbClr val="F5F1E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marR="0" rtl="0" algn="l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44">
              <a:solidFill>
                <a:srgbClr val="F5F1E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1178" name="Google Shape;117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225" y="4134325"/>
            <a:ext cx="2624725" cy="57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74"/>
          <p:cNvSpPr/>
          <p:nvPr/>
        </p:nvSpPr>
        <p:spPr>
          <a:xfrm>
            <a:off x="567225" y="2183275"/>
            <a:ext cx="7929300" cy="21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98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2280"/>
              <a:buFont typeface="JetBrains Mono"/>
              <a:buNone/>
            </a:pPr>
            <a:r>
              <a:rPr lang="en-US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– – – – – – – – – – – – – – – – – – – – – – – – – – – – – – – – – – – – – </a:t>
            </a:r>
            <a:endParaRPr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2798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2280"/>
              <a:buFont typeface="JetBrains Mono"/>
              <a:buNone/>
            </a:pPr>
            <a:r>
              <a:rPr lang="en-US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 anything showcasing Mistral vibe.</a:t>
            </a:r>
            <a:endParaRPr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2798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2280"/>
              <a:buFont typeface="JetBrains Mono"/>
              <a:buNone/>
            </a:pPr>
            <a:r>
              <a:rPr lang="en-US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Create </a:t>
            </a:r>
            <a:r>
              <a:rPr lang="en-US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agents</a:t>
            </a:r>
            <a:r>
              <a:rPr lang="en-US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skills, MCPs, cool scheduled tasks, etc… no constraints, just ship something ambitious, creative, and impactful that showcases Mistral vibe</a:t>
            </a:r>
            <a:endParaRPr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798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2280"/>
              <a:buFont typeface="JetBrains Mono"/>
              <a:buNone/>
            </a:pPr>
            <a:r>
              <a:rPr lang="en-US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– – – – – – – – – – – – – – – – – – – – – – – – – – – – – – – – – – – – – </a:t>
            </a:r>
            <a:endParaRPr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798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2280"/>
              <a:buFont typeface="JetBrains Mono"/>
              <a:buNone/>
            </a:pPr>
            <a:br>
              <a:rPr lang="en-US" sz="2280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endParaRPr sz="2280">
              <a:solidFill>
                <a:srgbClr val="F5F1E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180" name="Google Shape;1180;p74"/>
          <p:cNvSpPr/>
          <p:nvPr/>
        </p:nvSpPr>
        <p:spPr>
          <a:xfrm>
            <a:off x="90503" y="76200"/>
            <a:ext cx="347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MISTRAL Vibe Hackathon - Paris   </a:t>
            </a:r>
            <a:endParaRPr b="1" sz="784">
              <a:solidFill>
                <a:srgbClr val="F5F1E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81" name="Google Shape;1181;p74"/>
          <p:cNvSpPr/>
          <p:nvPr/>
        </p:nvSpPr>
        <p:spPr>
          <a:xfrm>
            <a:off x="7258050" y="76200"/>
            <a:ext cx="179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July 18th 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75"/>
          <p:cNvSpPr/>
          <p:nvPr/>
        </p:nvSpPr>
        <p:spPr>
          <a:xfrm>
            <a:off x="90488" y="238125"/>
            <a:ext cx="8963100" cy="4815000"/>
          </a:xfrm>
          <a:prstGeom prst="roundRect">
            <a:avLst>
              <a:gd fmla="val 2849" name="adj"/>
            </a:avLst>
          </a:prstGeom>
          <a:solidFill>
            <a:srgbClr val="000000"/>
          </a:solidFill>
          <a:ln cap="flat" cmpd="sng" w="9525">
            <a:solidFill>
              <a:srgbClr val="F5F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75"/>
          <p:cNvSpPr/>
          <p:nvPr/>
        </p:nvSpPr>
        <p:spPr>
          <a:xfrm>
            <a:off x="90500" y="215975"/>
            <a:ext cx="9022200" cy="24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44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Track</a:t>
            </a:r>
            <a:r>
              <a:rPr lang="en-US" sz="4144">
                <a:solidFill>
                  <a:srgbClr val="FDBC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_02</a:t>
            </a:r>
            <a:br>
              <a:rPr lang="en-US" sz="4144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3044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Improving Mistral vibe</a:t>
            </a:r>
            <a:endParaRPr sz="3044">
              <a:solidFill>
                <a:srgbClr val="F5F1E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457200" marR="0" rtl="0" algn="l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44">
              <a:solidFill>
                <a:srgbClr val="F5F1E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189" name="Google Shape;1189;p75"/>
          <p:cNvSpPr txBox="1"/>
          <p:nvPr/>
        </p:nvSpPr>
        <p:spPr>
          <a:xfrm>
            <a:off x="567225" y="2183275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track is for technically strong builders who want to fine-tune Ministral, Mistral Small, Mistral Medium, Codestral, or other Mistral models on a specific task of their choosing.</a:t>
            </a:r>
            <a:endParaRPr/>
          </a:p>
        </p:txBody>
      </p:sp>
      <p:sp>
        <p:nvSpPr>
          <p:cNvPr id="1190" name="Google Shape;1190;p75"/>
          <p:cNvSpPr/>
          <p:nvPr/>
        </p:nvSpPr>
        <p:spPr>
          <a:xfrm>
            <a:off x="567225" y="2183275"/>
            <a:ext cx="7929300" cy="21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798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2280"/>
              <a:buFont typeface="JetBrains Mono"/>
              <a:buNone/>
            </a:pPr>
            <a:r>
              <a:rPr lang="en-US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– – – – – – – – – – – – – – – – – – – – – – – – – – – – – – – – – – – – – </a:t>
            </a:r>
            <a:endParaRPr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798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2280"/>
              <a:buFont typeface="JetBrains Mono"/>
              <a:buNone/>
            </a:pPr>
            <a:r>
              <a:rPr lang="en-US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 track is for technically strong builders who want to leverage the open codebase of Mistral vibe CLI and add some missing capacities.</a:t>
            </a:r>
            <a:endParaRPr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798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2280"/>
              <a:buFont typeface="JetBrains Mono"/>
              <a:buNone/>
            </a:pPr>
            <a:r>
              <a:rPr lang="en-US">
                <a:solidFill>
                  <a:schemeClr val="lt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– – – – – – – – – – – – – – – – – – – – – – – – – – – – – – – – – – – – – </a:t>
            </a:r>
            <a:endParaRPr>
              <a:solidFill>
                <a:schemeClr val="lt2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798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2280"/>
              <a:buFont typeface="JetBrains Mono"/>
              <a:buNone/>
            </a:pPr>
            <a:br>
              <a:rPr lang="en-US" sz="2280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endParaRPr sz="2280">
              <a:solidFill>
                <a:srgbClr val="F5F1E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1191" name="Google Shape;119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225" y="4134325"/>
            <a:ext cx="2624725" cy="57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75"/>
          <p:cNvSpPr/>
          <p:nvPr/>
        </p:nvSpPr>
        <p:spPr>
          <a:xfrm>
            <a:off x="90503" y="76200"/>
            <a:ext cx="347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MISTRAL Vibe Hackathon - Paris   </a:t>
            </a:r>
            <a:endParaRPr b="1" sz="784">
              <a:solidFill>
                <a:srgbClr val="F5F1E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93" name="Google Shape;1193;p75"/>
          <p:cNvSpPr/>
          <p:nvPr/>
        </p:nvSpPr>
        <p:spPr>
          <a:xfrm>
            <a:off x="7258050" y="76200"/>
            <a:ext cx="179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July 18th 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76"/>
          <p:cNvSpPr/>
          <p:nvPr/>
        </p:nvSpPr>
        <p:spPr>
          <a:xfrm>
            <a:off x="90488" y="238125"/>
            <a:ext cx="8963100" cy="4815000"/>
          </a:xfrm>
          <a:prstGeom prst="roundRect">
            <a:avLst>
              <a:gd fmla="val 2849" name="adj"/>
            </a:avLst>
          </a:prstGeom>
          <a:solidFill>
            <a:srgbClr val="000000"/>
          </a:solidFill>
          <a:ln cap="flat" cmpd="sng" w="9525">
            <a:solidFill>
              <a:srgbClr val="F5F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76"/>
          <p:cNvSpPr/>
          <p:nvPr/>
        </p:nvSpPr>
        <p:spPr>
          <a:xfrm>
            <a:off x="90503" y="76200"/>
            <a:ext cx="347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MISTRAL Vibe Hackathon - Paris   </a:t>
            </a:r>
            <a:endParaRPr b="1" sz="784">
              <a:solidFill>
                <a:srgbClr val="F5F1E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01" name="Google Shape;1201;p76"/>
          <p:cNvSpPr/>
          <p:nvPr/>
        </p:nvSpPr>
        <p:spPr>
          <a:xfrm>
            <a:off x="7258050" y="76200"/>
            <a:ext cx="179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July 18th 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2" name="Google Shape;1202;p76" title="Capture d’écran 2026-08-21 à 15.31.11.p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00" y="238125"/>
            <a:ext cx="8963100" cy="422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77"/>
          <p:cNvSpPr/>
          <p:nvPr/>
        </p:nvSpPr>
        <p:spPr>
          <a:xfrm>
            <a:off x="90488" y="238125"/>
            <a:ext cx="8963100" cy="4815000"/>
          </a:xfrm>
          <a:prstGeom prst="roundRect">
            <a:avLst>
              <a:gd fmla="val 2849" name="adj"/>
            </a:avLst>
          </a:prstGeom>
          <a:solidFill>
            <a:srgbClr val="000000"/>
          </a:solidFill>
          <a:ln cap="flat" cmpd="sng" w="9525">
            <a:solidFill>
              <a:srgbClr val="F5F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77"/>
          <p:cNvSpPr/>
          <p:nvPr/>
        </p:nvSpPr>
        <p:spPr>
          <a:xfrm>
            <a:off x="90503" y="76200"/>
            <a:ext cx="347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MISTRAL Vibe Hackathon - Paris   </a:t>
            </a:r>
            <a:endParaRPr b="1" sz="784">
              <a:solidFill>
                <a:srgbClr val="F5F1E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10" name="Google Shape;1210;p77"/>
          <p:cNvSpPr/>
          <p:nvPr/>
        </p:nvSpPr>
        <p:spPr>
          <a:xfrm>
            <a:off x="7258050" y="76200"/>
            <a:ext cx="179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July 18th 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1" name="Google Shape;1211;p77" title="Capture d’écran 2026-08-21 à 15.31.25.p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00" y="238125"/>
            <a:ext cx="8963100" cy="4215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78"/>
          <p:cNvSpPr/>
          <p:nvPr/>
        </p:nvSpPr>
        <p:spPr>
          <a:xfrm>
            <a:off x="90488" y="238125"/>
            <a:ext cx="8963100" cy="4815000"/>
          </a:xfrm>
          <a:prstGeom prst="roundRect">
            <a:avLst>
              <a:gd fmla="val 2849" name="adj"/>
            </a:avLst>
          </a:prstGeom>
          <a:solidFill>
            <a:srgbClr val="000000"/>
          </a:solidFill>
          <a:ln cap="flat" cmpd="sng" w="9525">
            <a:solidFill>
              <a:srgbClr val="F5F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78"/>
          <p:cNvSpPr/>
          <p:nvPr/>
        </p:nvSpPr>
        <p:spPr>
          <a:xfrm>
            <a:off x="90503" y="76200"/>
            <a:ext cx="347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MISTRAL Vibe Hackathon - Paris   </a:t>
            </a:r>
            <a:endParaRPr b="1" sz="784">
              <a:solidFill>
                <a:srgbClr val="F5F1E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19" name="Google Shape;1219;p78"/>
          <p:cNvSpPr/>
          <p:nvPr/>
        </p:nvSpPr>
        <p:spPr>
          <a:xfrm>
            <a:off x="7258050" y="76200"/>
            <a:ext cx="179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July 18th 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0" name="Google Shape;1220;p78" title="Capture d’écran 2026-08-21 à 15.30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00" y="238127"/>
            <a:ext cx="8963100" cy="417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515"/>
        </a:solidFill>
      </p:bgPr>
    </p:bg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5" name="Google Shape;1225;p79" title="Grid (1).png"/>
          <p:cNvPicPr preferRelativeResize="0"/>
          <p:nvPr/>
        </p:nvPicPr>
        <p:blipFill rotWithShape="1">
          <a:blip r:embed="rId3">
            <a:alphaModFix amt="90000"/>
          </a:blip>
          <a:srcRect b="0" l="0" r="6244" t="23465"/>
          <a:stretch/>
        </p:blipFill>
        <p:spPr>
          <a:xfrm>
            <a:off x="0" y="1291375"/>
            <a:ext cx="9143999" cy="351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79"/>
          <p:cNvSpPr/>
          <p:nvPr/>
        </p:nvSpPr>
        <p:spPr>
          <a:xfrm>
            <a:off x="4964675" y="1559775"/>
            <a:ext cx="3697200" cy="2969700"/>
          </a:xfrm>
          <a:prstGeom prst="rect">
            <a:avLst/>
          </a:prstGeom>
          <a:solidFill>
            <a:srgbClr val="151515"/>
          </a:solidFill>
          <a:ln cap="flat" cmpd="sng" w="9525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79"/>
          <p:cNvSpPr txBox="1"/>
          <p:nvPr>
            <p:ph type="title"/>
          </p:nvPr>
        </p:nvSpPr>
        <p:spPr>
          <a:xfrm>
            <a:off x="437197" y="393468"/>
            <a:ext cx="79833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Mistral Workflow</a:t>
            </a:r>
            <a:endParaRPr/>
          </a:p>
        </p:txBody>
      </p:sp>
      <p:sp>
        <p:nvSpPr>
          <p:cNvPr id="1228" name="Google Shape;1228;p79"/>
          <p:cNvSpPr/>
          <p:nvPr/>
        </p:nvSpPr>
        <p:spPr>
          <a:xfrm>
            <a:off x="533450" y="1559850"/>
            <a:ext cx="4194600" cy="2969700"/>
          </a:xfrm>
          <a:prstGeom prst="rect">
            <a:avLst/>
          </a:prstGeom>
          <a:solidFill>
            <a:srgbClr val="151515"/>
          </a:solidFill>
          <a:ln cap="flat" cmpd="sng" w="9525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79"/>
          <p:cNvSpPr/>
          <p:nvPr/>
        </p:nvSpPr>
        <p:spPr>
          <a:xfrm>
            <a:off x="657775" y="2118200"/>
            <a:ext cx="38103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950" lIns="19950" spcFirstLastPara="1" rIns="19950" wrap="square" tIns="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Compositional logic: t</a:t>
            </a: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 orchestration layer 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Durable, deterministic process that orchestrates activities and manages execution state.</a:t>
            </a:r>
            <a:endParaRPr b="0" i="0" sz="1100" u="none" cap="none" strike="noStrike">
              <a:solidFill>
                <a:srgbClr val="ADAD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79"/>
          <p:cNvSpPr/>
          <p:nvPr/>
        </p:nvSpPr>
        <p:spPr>
          <a:xfrm>
            <a:off x="657775" y="1816600"/>
            <a:ext cx="11019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950" lIns="19950" spcFirstLastPara="1" rIns="19950" wrap="square" tIns="995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13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Workflows</a:t>
            </a:r>
            <a:endParaRPr b="0" i="0" sz="1813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79"/>
          <p:cNvSpPr/>
          <p:nvPr/>
        </p:nvSpPr>
        <p:spPr>
          <a:xfrm>
            <a:off x="657775" y="3046066"/>
            <a:ext cx="38103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950" lIns="19950" spcFirstLastPara="1" rIns="19950" wrap="square" tIns="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Executional logic: the</a:t>
            </a: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atomic unit of work</a:t>
            </a:r>
            <a:endParaRPr b="0" i="0" sz="11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Calling an external API. Running a database query. Processing a file. Generating a response from an AI model.</a:t>
            </a:r>
            <a:endParaRPr b="0" i="0" sz="11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79"/>
          <p:cNvSpPr/>
          <p:nvPr/>
        </p:nvSpPr>
        <p:spPr>
          <a:xfrm>
            <a:off x="657775" y="2744466"/>
            <a:ext cx="11019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950" lIns="19950" spcFirstLastPara="1" rIns="19950" wrap="square" tIns="995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13" u="none" cap="none" strike="noStrike">
                <a:solidFill>
                  <a:srgbClr val="FF8205"/>
                </a:solidFill>
                <a:latin typeface="Arial"/>
                <a:ea typeface="Arial"/>
                <a:cs typeface="Arial"/>
                <a:sym typeface="Arial"/>
              </a:rPr>
              <a:t>Activity</a:t>
            </a:r>
            <a:endParaRPr b="0" i="0" sz="1813" u="none" cap="none" strike="noStrike">
              <a:solidFill>
                <a:srgbClr val="FF820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79"/>
          <p:cNvSpPr/>
          <p:nvPr/>
        </p:nvSpPr>
        <p:spPr>
          <a:xfrm>
            <a:off x="657775" y="3903800"/>
            <a:ext cx="38103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950" lIns="19950" spcFirstLastPara="1" rIns="19950" wrap="square" tIns="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interaction with external systems</a:t>
            </a:r>
            <a:endParaRPr b="0" i="0" sz="11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Interact with workflows, view status, and edit as needed (humain-in-the-loop, integration with external systems)</a:t>
            </a:r>
            <a:endParaRPr b="0" i="0" sz="1100" u="none" cap="none" strike="noStrike">
              <a:solidFill>
                <a:srgbClr val="ADAD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79"/>
          <p:cNvSpPr/>
          <p:nvPr/>
        </p:nvSpPr>
        <p:spPr>
          <a:xfrm>
            <a:off x="657775" y="3602200"/>
            <a:ext cx="26961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950" lIns="19950" spcFirstLastPara="1" rIns="19950" wrap="square" tIns="995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13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Queries, signals, updates</a:t>
            </a:r>
            <a:endParaRPr b="0" i="0" sz="1813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79"/>
          <p:cNvSpPr/>
          <p:nvPr/>
        </p:nvSpPr>
        <p:spPr>
          <a:xfrm>
            <a:off x="5343520" y="2276394"/>
            <a:ext cx="756900" cy="3471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79"/>
          <p:cNvSpPr/>
          <p:nvPr/>
        </p:nvSpPr>
        <p:spPr>
          <a:xfrm>
            <a:off x="6451752" y="2276394"/>
            <a:ext cx="756900" cy="3471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79"/>
          <p:cNvSpPr/>
          <p:nvPr/>
        </p:nvSpPr>
        <p:spPr>
          <a:xfrm>
            <a:off x="6468577" y="2873600"/>
            <a:ext cx="756900" cy="3471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79"/>
          <p:cNvSpPr/>
          <p:nvPr/>
        </p:nvSpPr>
        <p:spPr>
          <a:xfrm>
            <a:off x="7559613" y="2873600"/>
            <a:ext cx="756900" cy="3471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79"/>
          <p:cNvSpPr/>
          <p:nvPr/>
        </p:nvSpPr>
        <p:spPr>
          <a:xfrm>
            <a:off x="5343520" y="2873600"/>
            <a:ext cx="756900" cy="3471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79"/>
          <p:cNvSpPr/>
          <p:nvPr/>
        </p:nvSpPr>
        <p:spPr>
          <a:xfrm>
            <a:off x="7559613" y="2276394"/>
            <a:ext cx="756900" cy="3471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79"/>
          <p:cNvSpPr/>
          <p:nvPr/>
        </p:nvSpPr>
        <p:spPr>
          <a:xfrm>
            <a:off x="6412863" y="2331300"/>
            <a:ext cx="8409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OCR the attachments</a:t>
            </a:r>
            <a:endParaRPr b="0" i="0" sz="1200" u="none" cap="none" strike="noStrike">
              <a:solidFill>
                <a:srgbClr val="ADAD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79"/>
          <p:cNvSpPr/>
          <p:nvPr/>
        </p:nvSpPr>
        <p:spPr>
          <a:xfrm>
            <a:off x="5343525" y="2370144"/>
            <a:ext cx="7950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Fetch the attachments</a:t>
            </a:r>
            <a:endParaRPr b="0" i="0" sz="1200" u="none" cap="none" strike="noStrike">
              <a:solidFill>
                <a:srgbClr val="ADAD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79"/>
          <p:cNvSpPr/>
          <p:nvPr/>
        </p:nvSpPr>
        <p:spPr>
          <a:xfrm>
            <a:off x="7559624" y="2331294"/>
            <a:ext cx="7296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Classify the documents</a:t>
            </a:r>
            <a:endParaRPr b="0" i="0" sz="1200" u="none" cap="none" strike="noStrike">
              <a:solidFill>
                <a:srgbClr val="ADAD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79"/>
          <p:cNvSpPr/>
          <p:nvPr/>
        </p:nvSpPr>
        <p:spPr>
          <a:xfrm>
            <a:off x="6504250" y="2917700"/>
            <a:ext cx="6684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Wait for </a:t>
            </a:r>
            <a:endParaRPr b="0" i="0" sz="800" u="none" cap="none" strike="noStrike">
              <a:solidFill>
                <a:srgbClr val="ADADA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b="0" i="0" sz="1200" u="none" cap="none" strike="noStrike">
              <a:solidFill>
                <a:srgbClr val="ADAD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79"/>
          <p:cNvSpPr/>
          <p:nvPr/>
        </p:nvSpPr>
        <p:spPr>
          <a:xfrm>
            <a:off x="7530700" y="2928500"/>
            <a:ext cx="8202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Write an email draft</a:t>
            </a:r>
            <a:endParaRPr b="0" i="0" sz="1200" u="none" cap="none" strike="noStrike">
              <a:solidFill>
                <a:srgbClr val="ADAD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79"/>
          <p:cNvSpPr/>
          <p:nvPr/>
        </p:nvSpPr>
        <p:spPr>
          <a:xfrm>
            <a:off x="5357899" y="2928500"/>
            <a:ext cx="7296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Send the email</a:t>
            </a:r>
            <a:endParaRPr b="0" i="0" sz="1200" u="none" cap="none" strike="noStrike">
              <a:solidFill>
                <a:srgbClr val="ADAD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79"/>
          <p:cNvSpPr/>
          <p:nvPr/>
        </p:nvSpPr>
        <p:spPr>
          <a:xfrm>
            <a:off x="6468577" y="3585250"/>
            <a:ext cx="756900" cy="347100"/>
          </a:xfrm>
          <a:prstGeom prst="roundRect">
            <a:avLst>
              <a:gd fmla="val 16667" name="adj"/>
            </a:avLst>
          </a:prstGeom>
          <a:solidFill>
            <a:srgbClr val="1E1E1E"/>
          </a:solidFill>
          <a:ln cap="flat" cmpd="sng" w="9525">
            <a:solidFill>
              <a:schemeClr val="accent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8" name="Google Shape;1248;p79"/>
          <p:cNvCxnSpPr>
            <a:stCxn id="1235" idx="3"/>
            <a:endCxn id="1236" idx="1"/>
          </p:cNvCxnSpPr>
          <p:nvPr/>
        </p:nvCxnSpPr>
        <p:spPr>
          <a:xfrm>
            <a:off x="6100420" y="2449944"/>
            <a:ext cx="3513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49" name="Google Shape;1249;p79"/>
          <p:cNvCxnSpPr>
            <a:stCxn id="1236" idx="3"/>
            <a:endCxn id="1240" idx="1"/>
          </p:cNvCxnSpPr>
          <p:nvPr/>
        </p:nvCxnSpPr>
        <p:spPr>
          <a:xfrm>
            <a:off x="7208652" y="2449944"/>
            <a:ext cx="351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50" name="Google Shape;1250;p79"/>
          <p:cNvCxnSpPr>
            <a:stCxn id="1240" idx="2"/>
            <a:endCxn id="1238" idx="0"/>
          </p:cNvCxnSpPr>
          <p:nvPr/>
        </p:nvCxnSpPr>
        <p:spPr>
          <a:xfrm>
            <a:off x="7938063" y="2623494"/>
            <a:ext cx="0" cy="250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51" name="Google Shape;1251;p79"/>
          <p:cNvCxnSpPr>
            <a:stCxn id="1238" idx="1"/>
            <a:endCxn id="1237" idx="3"/>
          </p:cNvCxnSpPr>
          <p:nvPr/>
        </p:nvCxnSpPr>
        <p:spPr>
          <a:xfrm rot="10800000">
            <a:off x="7225413" y="3047150"/>
            <a:ext cx="3342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52" name="Google Shape;1252;p79"/>
          <p:cNvCxnSpPr>
            <a:stCxn id="1237" idx="1"/>
            <a:endCxn id="1239" idx="3"/>
          </p:cNvCxnSpPr>
          <p:nvPr/>
        </p:nvCxnSpPr>
        <p:spPr>
          <a:xfrm rot="10800000">
            <a:off x="6100477" y="3047150"/>
            <a:ext cx="368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53" name="Google Shape;1253;p79"/>
          <p:cNvCxnSpPr>
            <a:stCxn id="1247" idx="0"/>
            <a:endCxn id="1237" idx="2"/>
          </p:cNvCxnSpPr>
          <p:nvPr/>
        </p:nvCxnSpPr>
        <p:spPr>
          <a:xfrm rot="10800000">
            <a:off x="6847027" y="3220750"/>
            <a:ext cx="0" cy="364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54" name="Google Shape;1254;p79"/>
          <p:cNvSpPr/>
          <p:nvPr/>
        </p:nvSpPr>
        <p:spPr>
          <a:xfrm>
            <a:off x="6512825" y="3618600"/>
            <a:ext cx="6684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rPr>
              <a:t>Human operator</a:t>
            </a:r>
            <a:endParaRPr b="0" i="0" sz="1200" u="none" cap="none" strike="noStrike">
              <a:solidFill>
                <a:srgbClr val="ADAD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5" name="Google Shape;1255;p79"/>
          <p:cNvCxnSpPr>
            <a:endCxn id="1235" idx="0"/>
          </p:cNvCxnSpPr>
          <p:nvPr/>
        </p:nvCxnSpPr>
        <p:spPr>
          <a:xfrm>
            <a:off x="5715070" y="2008194"/>
            <a:ext cx="6900" cy="26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1256" name="Google Shape;1256;p79" title="page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1150" y="1794512"/>
            <a:ext cx="194749" cy="194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7" name="Google Shape;1257;p79"/>
          <p:cNvCxnSpPr>
            <a:stCxn id="1239" idx="2"/>
          </p:cNvCxnSpPr>
          <p:nvPr/>
        </p:nvCxnSpPr>
        <p:spPr>
          <a:xfrm>
            <a:off x="5721970" y="3220700"/>
            <a:ext cx="600" cy="27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1258" name="Google Shape;1258;p79" title="mail.png"/>
          <p:cNvPicPr preferRelativeResize="0"/>
          <p:nvPr>
            <p:ph idx="3" type="pic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7602" y="3494009"/>
            <a:ext cx="250200" cy="25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9" name="Google Shape;1259;p79" title="user.png"/>
          <p:cNvPicPr preferRelativeResize="0"/>
          <p:nvPr>
            <p:ph idx="4" type="pic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3347" y="4031575"/>
            <a:ext cx="250200" cy="25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0" name="Google Shape;1260;p79" title="agentic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98926" y="2153201"/>
            <a:ext cx="159353" cy="19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79" title="agentic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18051" y="2738814"/>
            <a:ext cx="159353" cy="19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515"/>
        </a:solidFill>
      </p:bgPr>
    </p:bg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6" name="Google Shape;1266;p80" title="Grid (1).png"/>
          <p:cNvPicPr preferRelativeResize="0"/>
          <p:nvPr/>
        </p:nvPicPr>
        <p:blipFill rotWithShape="1">
          <a:blip r:embed="rId3">
            <a:alphaModFix amt="90000"/>
          </a:blip>
          <a:srcRect b="0" l="0" r="6244" t="23465"/>
          <a:stretch/>
        </p:blipFill>
        <p:spPr>
          <a:xfrm>
            <a:off x="0" y="1291375"/>
            <a:ext cx="9143999" cy="351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80"/>
          <p:cNvSpPr txBox="1"/>
          <p:nvPr>
            <p:ph type="title"/>
          </p:nvPr>
        </p:nvSpPr>
        <p:spPr>
          <a:xfrm>
            <a:off x="437197" y="393468"/>
            <a:ext cx="79833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Mistral Workflow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73" name="Google Shape;1273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88" y="238125"/>
            <a:ext cx="8963025" cy="4814888"/>
          </a:xfrm>
          <a:prstGeom prst="rect">
            <a:avLst/>
          </a:prstGeom>
          <a:noFill/>
          <a:ln>
            <a:noFill/>
          </a:ln>
        </p:spPr>
      </p:pic>
      <p:sp>
        <p:nvSpPr>
          <p:cNvPr id="1274" name="Google Shape;1274;p81"/>
          <p:cNvSpPr/>
          <p:nvPr/>
        </p:nvSpPr>
        <p:spPr>
          <a:xfrm>
            <a:off x="619125" y="695325"/>
            <a:ext cx="46101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Clr>
                <a:srgbClr val="FA500F"/>
              </a:buClr>
              <a:buSzPts val="2494"/>
              <a:buFont typeface="JetBrains Mono"/>
              <a:buNone/>
            </a:pPr>
            <a:r>
              <a:rPr b="0" i="0" lang="en-US" sz="4100" u="none" cap="none" strike="noStrike">
                <a:solidFill>
                  <a:srgbClr val="FA50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Prizes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5" name="Google Shape;1275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33876" y="488347"/>
            <a:ext cx="585600" cy="5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81"/>
          <p:cNvSpPr/>
          <p:nvPr/>
        </p:nvSpPr>
        <p:spPr>
          <a:xfrm>
            <a:off x="3449099" y="1878831"/>
            <a:ext cx="19221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7300" lIns="187300" spcFirstLastPara="1" rIns="187300" wrap="square" tIns="1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81"/>
          <p:cNvSpPr/>
          <p:nvPr/>
        </p:nvSpPr>
        <p:spPr>
          <a:xfrm>
            <a:off x="3463735" y="2386212"/>
            <a:ext cx="18927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7300" lIns="187300" spcFirstLastPara="1" rIns="187300" wrap="square" tIns="187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8" name="Google Shape;1278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9063" y="2824163"/>
            <a:ext cx="92392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9" name="Google Shape;1279;p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6009" y="1752622"/>
            <a:ext cx="240020" cy="361069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81"/>
          <p:cNvSpPr/>
          <p:nvPr/>
        </p:nvSpPr>
        <p:spPr>
          <a:xfrm>
            <a:off x="1099904" y="2258118"/>
            <a:ext cx="10923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82"/>
              <a:buFont typeface="Inter"/>
              <a:buNone/>
            </a:pPr>
            <a:r>
              <a:rPr b="1" i="0" lang="en-US" sz="1884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1st Place</a:t>
            </a:r>
            <a:endParaRPr b="0" i="0" sz="18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81"/>
          <p:cNvSpPr/>
          <p:nvPr/>
        </p:nvSpPr>
        <p:spPr>
          <a:xfrm>
            <a:off x="-2970428" y="4140082"/>
            <a:ext cx="21306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3300" lIns="173300" spcFirstLastPara="1" rIns="173300" wrap="square" tIns="1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81"/>
          <p:cNvSpPr/>
          <p:nvPr/>
        </p:nvSpPr>
        <p:spPr>
          <a:xfrm>
            <a:off x="-2970428" y="4140082"/>
            <a:ext cx="21306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3300" lIns="173300" spcFirstLastPara="1" rIns="173300" wrap="square" tIns="1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81"/>
          <p:cNvSpPr/>
          <p:nvPr/>
        </p:nvSpPr>
        <p:spPr>
          <a:xfrm>
            <a:off x="1226278" y="2727507"/>
            <a:ext cx="8391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3172"/>
              </a:lnSpc>
              <a:spcBef>
                <a:spcPts val="0"/>
              </a:spcBef>
              <a:spcAft>
                <a:spcPts val="0"/>
              </a:spcAft>
              <a:buClr>
                <a:srgbClr val="FA500F"/>
              </a:buClr>
              <a:buSzPts val="944"/>
              <a:buFont typeface="Roboto Mono"/>
              <a:buNone/>
            </a:pPr>
            <a:r>
              <a:t/>
            </a:r>
            <a:endParaRPr b="0" i="0" sz="9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81"/>
          <p:cNvSpPr/>
          <p:nvPr/>
        </p:nvSpPr>
        <p:spPr>
          <a:xfrm>
            <a:off x="721355" y="2666367"/>
            <a:ext cx="19047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3172"/>
              </a:lnSpc>
              <a:spcBef>
                <a:spcPts val="0"/>
              </a:spcBef>
              <a:spcAft>
                <a:spcPts val="0"/>
              </a:spcAft>
              <a:buClr>
                <a:srgbClr val="FA500F"/>
              </a:buClr>
              <a:buSzPts val="944"/>
              <a:buFont typeface="Roboto Mono"/>
              <a:buNone/>
            </a:pPr>
            <a:r>
              <a:rPr b="0" i="0" lang="en-US" sz="946" u="none" cap="none" strike="noStrike">
                <a:solidFill>
                  <a:srgbClr val="FA500F"/>
                </a:solidFill>
                <a:latin typeface="Roboto Mono"/>
                <a:ea typeface="Roboto Mono"/>
                <a:cs typeface="Roboto Mono"/>
                <a:sym typeface="Roboto Mono"/>
              </a:rPr>
              <a:t>$3,000 MISTRAL AI CREDITS</a:t>
            </a:r>
            <a:endParaRPr b="0" i="0" sz="9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81"/>
          <p:cNvSpPr/>
          <p:nvPr/>
        </p:nvSpPr>
        <p:spPr>
          <a:xfrm>
            <a:off x="-2970428" y="4501151"/>
            <a:ext cx="21306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3300" lIns="173300" spcFirstLastPara="1" rIns="173300" wrap="square" tIns="1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81"/>
          <p:cNvSpPr/>
          <p:nvPr/>
        </p:nvSpPr>
        <p:spPr>
          <a:xfrm>
            <a:off x="580872" y="3088576"/>
            <a:ext cx="21306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3172"/>
              </a:lnSpc>
              <a:spcBef>
                <a:spcPts val="0"/>
              </a:spcBef>
              <a:spcAft>
                <a:spcPts val="0"/>
              </a:spcAft>
              <a:buClr>
                <a:srgbClr val="FA500F"/>
              </a:buClr>
              <a:buSzPts val="944"/>
              <a:buFont typeface="Roboto Mono"/>
              <a:buNone/>
            </a:pPr>
            <a:r>
              <a:t/>
            </a:r>
            <a:endParaRPr b="0" i="0" sz="9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7" name="Google Shape;1287;p8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06667" y="1752622"/>
            <a:ext cx="240020" cy="361069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81"/>
          <p:cNvSpPr/>
          <p:nvPr/>
        </p:nvSpPr>
        <p:spPr>
          <a:xfrm>
            <a:off x="2237962" y="3594493"/>
            <a:ext cx="1227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3300" lIns="173300" spcFirstLastPara="1" rIns="173300" wrap="square" tIns="1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81"/>
          <p:cNvSpPr/>
          <p:nvPr/>
        </p:nvSpPr>
        <p:spPr>
          <a:xfrm>
            <a:off x="4112862" y="2258118"/>
            <a:ext cx="1227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7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8"/>
              <a:buFont typeface="Inter"/>
              <a:buNone/>
            </a:pPr>
            <a:r>
              <a:rPr b="1" i="0" lang="en-US" sz="1918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2nd Place</a:t>
            </a:r>
            <a:endParaRPr b="0" i="0" sz="19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81"/>
          <p:cNvSpPr/>
          <p:nvPr/>
        </p:nvSpPr>
        <p:spPr>
          <a:xfrm>
            <a:off x="1786628" y="4063882"/>
            <a:ext cx="21303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3300" lIns="173300" spcFirstLastPara="1" rIns="173300" wrap="square" tIns="1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81"/>
          <p:cNvSpPr/>
          <p:nvPr/>
        </p:nvSpPr>
        <p:spPr>
          <a:xfrm>
            <a:off x="1786628" y="4063882"/>
            <a:ext cx="21303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3300" lIns="173300" spcFirstLastPara="1" rIns="173300" wrap="square" tIns="1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81"/>
          <p:cNvSpPr/>
          <p:nvPr/>
        </p:nvSpPr>
        <p:spPr>
          <a:xfrm>
            <a:off x="4306936" y="2727507"/>
            <a:ext cx="8397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3172"/>
              </a:lnSpc>
              <a:spcBef>
                <a:spcPts val="0"/>
              </a:spcBef>
              <a:spcAft>
                <a:spcPts val="0"/>
              </a:spcAft>
              <a:buClr>
                <a:srgbClr val="FA500F"/>
              </a:buClr>
              <a:buSzPts val="944"/>
              <a:buFont typeface="Roboto Mono"/>
              <a:buNone/>
            </a:pPr>
            <a:r>
              <a:t/>
            </a:r>
            <a:endParaRPr b="0" i="0" sz="9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81"/>
          <p:cNvSpPr/>
          <p:nvPr/>
        </p:nvSpPr>
        <p:spPr>
          <a:xfrm>
            <a:off x="1786628" y="4244417"/>
            <a:ext cx="21303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3300" lIns="173300" spcFirstLastPara="1" rIns="173300" wrap="square" tIns="1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81"/>
          <p:cNvSpPr/>
          <p:nvPr/>
        </p:nvSpPr>
        <p:spPr>
          <a:xfrm>
            <a:off x="3802011" y="2666367"/>
            <a:ext cx="19047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3172"/>
              </a:lnSpc>
              <a:spcBef>
                <a:spcPts val="0"/>
              </a:spcBef>
              <a:spcAft>
                <a:spcPts val="0"/>
              </a:spcAft>
              <a:buClr>
                <a:srgbClr val="FA500F"/>
              </a:buClr>
              <a:buSzPts val="944"/>
              <a:buFont typeface="Roboto Mono"/>
              <a:buNone/>
            </a:pPr>
            <a:r>
              <a:rPr b="0" i="0" lang="en-US" sz="946" u="none" cap="none" strike="noStrike">
                <a:solidFill>
                  <a:srgbClr val="FA500F"/>
                </a:solidFill>
                <a:latin typeface="Roboto Mono"/>
                <a:ea typeface="Roboto Mono"/>
                <a:cs typeface="Roboto Mono"/>
                <a:sym typeface="Roboto Mono"/>
              </a:rPr>
              <a:t>$2,000 MISTRAL AI CREDITS</a:t>
            </a:r>
            <a:endParaRPr b="0" i="0" sz="9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81"/>
          <p:cNvSpPr/>
          <p:nvPr/>
        </p:nvSpPr>
        <p:spPr>
          <a:xfrm>
            <a:off x="1786628" y="4424951"/>
            <a:ext cx="21303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3300" lIns="173300" spcFirstLastPara="1" rIns="173300" wrap="square" tIns="1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81"/>
          <p:cNvSpPr/>
          <p:nvPr/>
        </p:nvSpPr>
        <p:spPr>
          <a:xfrm>
            <a:off x="3661528" y="3088576"/>
            <a:ext cx="21303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3172"/>
              </a:lnSpc>
              <a:spcBef>
                <a:spcPts val="0"/>
              </a:spcBef>
              <a:spcAft>
                <a:spcPts val="0"/>
              </a:spcAft>
              <a:buClr>
                <a:srgbClr val="FA500F"/>
              </a:buClr>
              <a:buSzPts val="944"/>
              <a:buFont typeface="Roboto Mono"/>
              <a:buNone/>
            </a:pPr>
            <a:r>
              <a:t/>
            </a:r>
            <a:endParaRPr b="0" i="0" sz="9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7" name="Google Shape;1297;p8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16870" y="1752622"/>
            <a:ext cx="240020" cy="361069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81"/>
          <p:cNvSpPr/>
          <p:nvPr/>
        </p:nvSpPr>
        <p:spPr>
          <a:xfrm>
            <a:off x="6999533" y="3594493"/>
            <a:ext cx="1182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3300" lIns="173300" spcFirstLastPara="1" rIns="173300" wrap="square" tIns="1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81"/>
          <p:cNvSpPr/>
          <p:nvPr/>
        </p:nvSpPr>
        <p:spPr>
          <a:xfrm>
            <a:off x="7045633" y="2258118"/>
            <a:ext cx="1182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9"/>
              <a:buFont typeface="Inter"/>
              <a:buNone/>
            </a:pPr>
            <a:r>
              <a:rPr b="1" i="0" lang="en-US" sz="1931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3rd Place</a:t>
            </a:r>
            <a:endParaRPr b="0" i="0" sz="19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81"/>
          <p:cNvSpPr/>
          <p:nvPr/>
        </p:nvSpPr>
        <p:spPr>
          <a:xfrm>
            <a:off x="6525633" y="4063882"/>
            <a:ext cx="21303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3300" lIns="173300" spcFirstLastPara="1" rIns="173300" wrap="square" tIns="1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81"/>
          <p:cNvSpPr/>
          <p:nvPr/>
        </p:nvSpPr>
        <p:spPr>
          <a:xfrm>
            <a:off x="6525633" y="4063882"/>
            <a:ext cx="21303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3300" lIns="173300" spcFirstLastPara="1" rIns="173300" wrap="square" tIns="1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81"/>
          <p:cNvSpPr/>
          <p:nvPr/>
        </p:nvSpPr>
        <p:spPr>
          <a:xfrm>
            <a:off x="7293867" y="2727507"/>
            <a:ext cx="6861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3172"/>
              </a:lnSpc>
              <a:spcBef>
                <a:spcPts val="0"/>
              </a:spcBef>
              <a:spcAft>
                <a:spcPts val="0"/>
              </a:spcAft>
              <a:buClr>
                <a:srgbClr val="FA500F"/>
              </a:buClr>
              <a:buSzPts val="944"/>
              <a:buFont typeface="Roboto Mono"/>
              <a:buNone/>
            </a:pPr>
            <a:r>
              <a:t/>
            </a:r>
            <a:endParaRPr b="0" i="0" sz="9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81"/>
          <p:cNvSpPr/>
          <p:nvPr/>
        </p:nvSpPr>
        <p:spPr>
          <a:xfrm>
            <a:off x="6525633" y="4244417"/>
            <a:ext cx="21303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3300" lIns="173300" spcFirstLastPara="1" rIns="173300" wrap="square" tIns="1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81"/>
          <p:cNvSpPr/>
          <p:nvPr/>
        </p:nvSpPr>
        <p:spPr>
          <a:xfrm>
            <a:off x="6712216" y="2666367"/>
            <a:ext cx="19047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3172"/>
              </a:lnSpc>
              <a:spcBef>
                <a:spcPts val="0"/>
              </a:spcBef>
              <a:spcAft>
                <a:spcPts val="0"/>
              </a:spcAft>
              <a:buClr>
                <a:srgbClr val="FA500F"/>
              </a:buClr>
              <a:buSzPts val="944"/>
              <a:buFont typeface="Roboto Mono"/>
              <a:buNone/>
            </a:pPr>
            <a:r>
              <a:rPr b="0" i="0" lang="en-US" sz="946" u="none" cap="none" strike="noStrike">
                <a:solidFill>
                  <a:srgbClr val="FA500F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n-US" sz="946">
                <a:solidFill>
                  <a:srgbClr val="FA500F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b="0" i="0" lang="en-US" sz="946" u="none" cap="none" strike="noStrike">
                <a:solidFill>
                  <a:srgbClr val="FA500F"/>
                </a:solidFill>
                <a:latin typeface="Roboto Mono"/>
                <a:ea typeface="Roboto Mono"/>
                <a:cs typeface="Roboto Mono"/>
                <a:sym typeface="Roboto Mono"/>
              </a:rPr>
              <a:t>,000 MISTRAL AI CREDITS</a:t>
            </a:r>
            <a:endParaRPr b="0" i="0" sz="9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81"/>
          <p:cNvSpPr/>
          <p:nvPr/>
        </p:nvSpPr>
        <p:spPr>
          <a:xfrm>
            <a:off x="6525633" y="4424951"/>
            <a:ext cx="21303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3300" lIns="173300" spcFirstLastPara="1" rIns="173300" wrap="square" tIns="1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81"/>
          <p:cNvSpPr/>
          <p:nvPr/>
        </p:nvSpPr>
        <p:spPr>
          <a:xfrm>
            <a:off x="6571733" y="3088576"/>
            <a:ext cx="21303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3172"/>
              </a:lnSpc>
              <a:spcBef>
                <a:spcPts val="0"/>
              </a:spcBef>
              <a:spcAft>
                <a:spcPts val="0"/>
              </a:spcAft>
              <a:buClr>
                <a:srgbClr val="FA500F"/>
              </a:buClr>
              <a:buSzPts val="944"/>
              <a:buFont typeface="Roboto Mono"/>
              <a:buNone/>
            </a:pPr>
            <a:r>
              <a:t/>
            </a:r>
            <a:endParaRPr b="0" i="0" sz="9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81"/>
          <p:cNvSpPr/>
          <p:nvPr/>
        </p:nvSpPr>
        <p:spPr>
          <a:xfrm>
            <a:off x="90503" y="76200"/>
            <a:ext cx="347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MISTRAL Vibe Hackathon - Paris   </a:t>
            </a:r>
            <a:endParaRPr b="1" sz="784">
              <a:solidFill>
                <a:srgbClr val="F5F1E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08" name="Google Shape;1308;p81"/>
          <p:cNvSpPr/>
          <p:nvPr/>
        </p:nvSpPr>
        <p:spPr>
          <a:xfrm>
            <a:off x="7258050" y="76200"/>
            <a:ext cx="179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July 18th 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14" name="Google Shape;1314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88" y="238125"/>
            <a:ext cx="8963025" cy="4814888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82"/>
          <p:cNvSpPr/>
          <p:nvPr/>
        </p:nvSpPr>
        <p:spPr>
          <a:xfrm>
            <a:off x="619125" y="695325"/>
            <a:ext cx="55668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Clr>
                <a:srgbClr val="FA500F"/>
              </a:buClr>
              <a:buSzPts val="2494"/>
              <a:buFont typeface="JetBrains Mono"/>
              <a:buNone/>
            </a:pPr>
            <a:r>
              <a:rPr lang="en-US" sz="4100">
                <a:solidFill>
                  <a:srgbClr val="FA50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Judging process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82"/>
          <p:cNvSpPr/>
          <p:nvPr/>
        </p:nvSpPr>
        <p:spPr>
          <a:xfrm>
            <a:off x="675481" y="1293358"/>
            <a:ext cx="77877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SzPts val="1200"/>
              <a:buFont typeface="JetBrains Mono"/>
              <a:buAutoNum type="arabicPeriod"/>
            </a:pPr>
            <a:r>
              <a:rPr lang="en-US" sz="1200">
                <a:latin typeface="JetBrains Mono"/>
                <a:ea typeface="JetBrains Mono"/>
                <a:cs typeface="JetBrains Mono"/>
                <a:sym typeface="JetBrains Mono"/>
              </a:rPr>
              <a:t>You must submit your project by the deadline 6pm. With a demo video showcasing your projects. More details will be posted on discord.</a:t>
            </a:r>
            <a:endParaRPr b="0" i="0" sz="12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82"/>
          <p:cNvSpPr/>
          <p:nvPr/>
        </p:nvSpPr>
        <p:spPr>
          <a:xfrm>
            <a:off x="675475" y="2111325"/>
            <a:ext cx="77877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Clr>
                <a:srgbClr val="FA500F"/>
              </a:buClr>
              <a:buSzPts val="2494"/>
              <a:buFont typeface="JetBrains Mono"/>
              <a:buNone/>
            </a:pPr>
            <a:r>
              <a:rPr lang="en-US" sz="1200">
                <a:latin typeface="JetBrains Mono"/>
                <a:ea typeface="JetBrains Mono"/>
                <a:cs typeface="JetBrains Mono"/>
                <a:sym typeface="JetBrains Mono"/>
              </a:rPr>
              <a:t>2. We will then divide all submissions into groups and you will present live in front of the jury your project (5 min.) Free format ! Present however you feel most </a:t>
            </a:r>
            <a:r>
              <a:rPr lang="en-US" sz="1200">
                <a:latin typeface="JetBrains Mono"/>
                <a:ea typeface="JetBrains Mono"/>
                <a:cs typeface="JetBrains Mono"/>
                <a:sym typeface="JetBrains Mono"/>
              </a:rPr>
              <a:t>comfortable</a:t>
            </a:r>
            <a:r>
              <a:rPr lang="en-US" sz="1200"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  <a:endParaRPr b="0" i="0" sz="12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82"/>
          <p:cNvSpPr/>
          <p:nvPr/>
        </p:nvSpPr>
        <p:spPr>
          <a:xfrm rot="10800000">
            <a:off x="4210395" y="1709219"/>
            <a:ext cx="212400" cy="250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82"/>
          <p:cNvSpPr/>
          <p:nvPr/>
        </p:nvSpPr>
        <p:spPr>
          <a:xfrm rot="10800000">
            <a:off x="4210395" y="2606994"/>
            <a:ext cx="212400" cy="250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82"/>
          <p:cNvSpPr/>
          <p:nvPr/>
        </p:nvSpPr>
        <p:spPr>
          <a:xfrm>
            <a:off x="675481" y="3073020"/>
            <a:ext cx="77877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Clr>
                <a:srgbClr val="FA500F"/>
              </a:buClr>
              <a:buSzPts val="2494"/>
              <a:buFont typeface="JetBrains Mono"/>
              <a:buNone/>
            </a:pPr>
            <a:r>
              <a:rPr lang="en-US" sz="1200">
                <a:latin typeface="JetBrains Mono"/>
                <a:ea typeface="JetBrains Mono"/>
                <a:cs typeface="JetBrains Mono"/>
                <a:sym typeface="JetBrains Mono"/>
              </a:rPr>
              <a:t>3. The jury will deliberate and come back with the finalists. The finalists will present their project in front of everyone (5 min.)</a:t>
            </a:r>
            <a:endParaRPr b="0" i="0" sz="12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82"/>
          <p:cNvSpPr/>
          <p:nvPr/>
        </p:nvSpPr>
        <p:spPr>
          <a:xfrm>
            <a:off x="675469" y="3920933"/>
            <a:ext cx="77877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Clr>
                <a:srgbClr val="FA500F"/>
              </a:buClr>
              <a:buSzPts val="2494"/>
              <a:buFont typeface="JetBrains Mono"/>
              <a:buNone/>
            </a:pPr>
            <a:r>
              <a:rPr lang="en-US" sz="1200">
                <a:latin typeface="JetBrains Mono"/>
                <a:ea typeface="JetBrains Mono"/>
                <a:cs typeface="JetBrains Mono"/>
                <a:sym typeface="JetBrains Mono"/>
              </a:rPr>
              <a:t>4. We will announce the winners!!! </a:t>
            </a:r>
            <a:endParaRPr b="0" i="0" sz="12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82"/>
          <p:cNvSpPr/>
          <p:nvPr/>
        </p:nvSpPr>
        <p:spPr>
          <a:xfrm rot="10800000">
            <a:off x="4210395" y="3611919"/>
            <a:ext cx="212400" cy="250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82"/>
          <p:cNvSpPr/>
          <p:nvPr/>
        </p:nvSpPr>
        <p:spPr>
          <a:xfrm>
            <a:off x="90503" y="76200"/>
            <a:ext cx="347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MISTRAL Vibe Hackathon - Paris   </a:t>
            </a:r>
            <a:endParaRPr b="1" sz="784">
              <a:solidFill>
                <a:srgbClr val="F5F1E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24" name="Google Shape;1324;p82"/>
          <p:cNvSpPr/>
          <p:nvPr/>
        </p:nvSpPr>
        <p:spPr>
          <a:xfrm>
            <a:off x="7258050" y="76200"/>
            <a:ext cx="179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July 18th 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30" name="Google Shape;133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88" y="238125"/>
            <a:ext cx="8963025" cy="4814888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p83"/>
          <p:cNvSpPr/>
          <p:nvPr/>
        </p:nvSpPr>
        <p:spPr>
          <a:xfrm>
            <a:off x="400800" y="1939000"/>
            <a:ext cx="8342400" cy="23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98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2280"/>
              <a:buFont typeface="JetBrains Mono"/>
              <a:buNone/>
            </a:pPr>
            <a:r>
              <a:rPr b="0" i="0" lang="en-US" sz="2000" u="none" cap="none" strike="noStrike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2000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8.30</a:t>
            </a:r>
            <a:r>
              <a:rPr b="0" i="0" lang="en-US" sz="2000" u="none" cap="none" strike="noStrike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lang="en-US" sz="2000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9.30</a:t>
            </a:r>
            <a:r>
              <a:rPr b="0" i="0" lang="en-US" sz="2000" u="none" cap="none" strike="noStrike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am  - </a:t>
            </a:r>
            <a:r>
              <a:rPr lang="en-US" sz="2000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Door open</a:t>
            </a:r>
            <a:r>
              <a:rPr b="0" i="0" lang="en-US" sz="2000" u="none" cap="none" strike="noStrike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+ Breakfast </a:t>
            </a:r>
            <a:br>
              <a:rPr b="0" i="0" lang="en-US" sz="2000" u="none" cap="none" strike="noStrike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2000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9.30-10</a:t>
            </a:r>
            <a:r>
              <a:rPr b="0" i="0" lang="en-US" sz="2000" u="none" cap="none" strike="noStrike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am     - </a:t>
            </a:r>
            <a:r>
              <a:rPr lang="en-US" sz="2000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Opening Ceremony &amp; Launch</a:t>
            </a:r>
            <a:r>
              <a:rPr b="0" i="0" lang="en-US" sz="2000" u="none" cap="none" strike="noStrike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endParaRPr b="0" i="0" sz="2000" u="none" cap="none" strike="noStrike">
              <a:solidFill>
                <a:srgbClr val="F5F1E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798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2280"/>
              <a:buFont typeface="JetBrains Mono"/>
              <a:buNone/>
            </a:pPr>
            <a:r>
              <a:rPr b="0" i="0" lang="en-US" sz="2000" u="none" cap="none" strike="noStrike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12.30</a:t>
            </a:r>
            <a:r>
              <a:rPr lang="en-US" sz="2000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b="0" i="0" lang="en-US" sz="2000" u="none" cap="none" strike="noStrike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</a:t>
            </a:r>
            <a:r>
              <a:rPr lang="en-US" sz="2000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</a:t>
            </a:r>
            <a:r>
              <a:rPr b="0" i="0" lang="en-US" sz="2000" u="none" cap="none" strike="noStrike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- Lunch  </a:t>
            </a:r>
            <a:br>
              <a:rPr b="0" i="0" lang="en-US" sz="2000" u="none" cap="none" strike="noStrike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2000" u="none" cap="none" strike="noStrike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2000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r>
              <a:rPr b="0" i="0" lang="en-US" sz="2000" u="none" cap="none" strike="noStrike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pm          - </a:t>
            </a:r>
            <a:r>
              <a:rPr lang="en-US" sz="2000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Snacks</a:t>
            </a:r>
            <a:endParaRPr b="0" i="0" sz="2000" u="none" cap="none" strike="noStrike">
              <a:solidFill>
                <a:srgbClr val="F5F1E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798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2280"/>
              <a:buFont typeface="JetBrains Mono"/>
              <a:buNone/>
            </a:pPr>
            <a:r>
              <a:rPr lang="en-US" sz="2000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05.30pm       - Submissions due</a:t>
            </a:r>
            <a:endParaRPr sz="2000">
              <a:solidFill>
                <a:srgbClr val="F5F1E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798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2280"/>
              <a:buFont typeface="JetBrains Mono"/>
              <a:buNone/>
            </a:pPr>
            <a:r>
              <a:rPr lang="en-US" sz="2000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~</a:t>
            </a:r>
            <a:r>
              <a:rPr b="0" i="0" lang="en-US" sz="2000" u="none" cap="none" strike="noStrike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2000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7.30</a:t>
            </a:r>
            <a:r>
              <a:rPr b="0" i="0" lang="en-US" sz="2000" u="none" cap="none" strike="noStrike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pm      - </a:t>
            </a:r>
            <a:r>
              <a:rPr lang="en-US" sz="2000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Winner announcements</a:t>
            </a:r>
            <a:endParaRPr sz="2000">
              <a:solidFill>
                <a:srgbClr val="F5F1E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12798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2280"/>
              <a:buFont typeface="JetBrains Mono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83"/>
          <p:cNvSpPr/>
          <p:nvPr/>
        </p:nvSpPr>
        <p:spPr>
          <a:xfrm>
            <a:off x="400050" y="438150"/>
            <a:ext cx="24669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5344"/>
              <a:buFont typeface="JetBrains Mono"/>
              <a:buNone/>
            </a:pPr>
            <a:r>
              <a:rPr b="0" i="0" lang="en-US" sz="5344" u="none" cap="none" strike="noStrike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Agenda</a:t>
            </a:r>
            <a:endParaRPr b="0" i="0" sz="53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83"/>
          <p:cNvSpPr/>
          <p:nvPr/>
        </p:nvSpPr>
        <p:spPr>
          <a:xfrm>
            <a:off x="90503" y="76200"/>
            <a:ext cx="347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MISTRAL Vibe Hackathon - Paris   </a:t>
            </a:r>
            <a:endParaRPr b="1" sz="784">
              <a:solidFill>
                <a:srgbClr val="F5F1E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34" name="Google Shape;1334;p83"/>
          <p:cNvSpPr/>
          <p:nvPr/>
        </p:nvSpPr>
        <p:spPr>
          <a:xfrm>
            <a:off x="7258050" y="76200"/>
            <a:ext cx="179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rgbClr val="F5F1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July 18th 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9"/>
        </a:solidFill>
      </p:bgPr>
    </p:bg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84"/>
          <p:cNvSpPr/>
          <p:nvPr/>
        </p:nvSpPr>
        <p:spPr>
          <a:xfrm>
            <a:off x="90488" y="238125"/>
            <a:ext cx="8963100" cy="4815000"/>
          </a:xfrm>
          <a:prstGeom prst="roundRect">
            <a:avLst>
              <a:gd fmla="val 2849" name="adj"/>
            </a:avLst>
          </a:prstGeom>
          <a:solidFill>
            <a:srgbClr val="F5F1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84"/>
          <p:cNvSpPr txBox="1"/>
          <p:nvPr/>
        </p:nvSpPr>
        <p:spPr>
          <a:xfrm>
            <a:off x="1154125" y="1560675"/>
            <a:ext cx="7739100" cy="26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78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580">
                <a:latin typeface="JetBrains Mono"/>
                <a:ea typeface="JetBrains Mono"/>
                <a:cs typeface="JetBrains Mono"/>
                <a:sym typeface="JetBrains Mono"/>
              </a:rPr>
              <a:t>Click this </a:t>
            </a:r>
            <a:r>
              <a:rPr lang="en-US" sz="1580">
                <a:latin typeface="JetBrains Mono"/>
                <a:ea typeface="JetBrains Mono"/>
                <a:cs typeface="JetBrains Mono"/>
                <a:sym typeface="JetBrains Mono"/>
              </a:rPr>
              <a:t>link: </a:t>
            </a:r>
            <a:r>
              <a:rPr lang="en-US" sz="1580" u="sng">
                <a:solidFill>
                  <a:schemeClr val="hlink"/>
                </a:solidFill>
                <a:latin typeface="JetBrains Mono"/>
                <a:ea typeface="JetBrains Mono"/>
                <a:cs typeface="JetBrains Mono"/>
                <a:sym typeface="JetBrains Mono"/>
                <a:hlinkClick r:id="rId3"/>
              </a:rPr>
              <a:t>https://mistral-credits.fly.dev/h/vibe-sf-2026</a:t>
            </a:r>
            <a:endParaRPr sz="158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80">
                <a:latin typeface="JetBrains Mono"/>
                <a:ea typeface="JetBrains Mono"/>
                <a:cs typeface="JetBrains Mono"/>
                <a:sym typeface="JetBrains Mono"/>
              </a:rPr>
              <a:t>password : </a:t>
            </a:r>
            <a:r>
              <a:rPr lang="en-US" sz="1580">
                <a:solidFill>
                  <a:srgbClr val="FA50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vibing</a:t>
            </a:r>
            <a:br>
              <a:rPr lang="en-US" sz="1580">
                <a:latin typeface="JetBrains Mono"/>
                <a:ea typeface="JetBrains Mono"/>
                <a:cs typeface="JetBrains Mono"/>
                <a:sym typeface="JetBrains Mono"/>
              </a:rPr>
            </a:br>
            <a:endParaRPr sz="158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80">
                <a:latin typeface="JetBrains Mono"/>
                <a:ea typeface="JetBrains Mono"/>
                <a:cs typeface="JetBrains Mono"/>
                <a:sym typeface="JetBrains Mono"/>
              </a:rPr>
              <a:t>Log in on AI Studio and claim your credits</a:t>
            </a:r>
            <a:endParaRPr sz="158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8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342" name="Google Shape;1342;p84"/>
          <p:cNvSpPr/>
          <p:nvPr/>
        </p:nvSpPr>
        <p:spPr>
          <a:xfrm>
            <a:off x="619125" y="847725"/>
            <a:ext cx="7233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84"/>
              </a:lnSpc>
              <a:spcBef>
                <a:spcPts val="0"/>
              </a:spcBef>
              <a:spcAft>
                <a:spcPts val="0"/>
              </a:spcAft>
              <a:buClr>
                <a:srgbClr val="FA500F"/>
              </a:buClr>
              <a:buSzPts val="2494"/>
              <a:buFont typeface="JetBrains Mono"/>
              <a:buNone/>
            </a:pPr>
            <a:r>
              <a:rPr lang="en-US" sz="4100">
                <a:solidFill>
                  <a:srgbClr val="FA50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 your credits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3" name="Google Shape;1343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0">
            <a:off x="580074" y="1785546"/>
            <a:ext cx="303216" cy="444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4" name="Google Shape;1344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011" y="3050583"/>
            <a:ext cx="269350" cy="33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84"/>
          <p:cNvSpPr txBox="1"/>
          <p:nvPr/>
        </p:nvSpPr>
        <p:spPr>
          <a:xfrm>
            <a:off x="218990" y="4613225"/>
            <a:ext cx="73425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80">
                <a:solidFill>
                  <a:srgbClr val="FA50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 </a:t>
            </a:r>
            <a:r>
              <a:rPr lang="en-US" sz="9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Registrations made with multiple email address will not be accepted.</a:t>
            </a:r>
            <a:endParaRPr sz="1200"/>
          </a:p>
        </p:txBody>
      </p:sp>
      <p:sp>
        <p:nvSpPr>
          <p:cNvPr id="1346" name="Google Shape;1346;p84"/>
          <p:cNvSpPr/>
          <p:nvPr/>
        </p:nvSpPr>
        <p:spPr>
          <a:xfrm>
            <a:off x="90503" y="76200"/>
            <a:ext cx="347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MISTRAL Vibe Hackathon - Paris   </a:t>
            </a:r>
            <a:endParaRPr b="1" sz="784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47" name="Google Shape;1347;p84"/>
          <p:cNvSpPr/>
          <p:nvPr/>
        </p:nvSpPr>
        <p:spPr>
          <a:xfrm>
            <a:off x="7258050" y="76200"/>
            <a:ext cx="179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July 18th 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9"/>
        </a:solidFill>
      </p:bgPr>
    </p:bg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85"/>
          <p:cNvSpPr/>
          <p:nvPr/>
        </p:nvSpPr>
        <p:spPr>
          <a:xfrm>
            <a:off x="90488" y="238125"/>
            <a:ext cx="8963100" cy="4815000"/>
          </a:xfrm>
          <a:prstGeom prst="roundRect">
            <a:avLst>
              <a:gd fmla="val 2849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27982"/>
              </a:lnSpc>
              <a:spcBef>
                <a:spcPts val="0"/>
              </a:spcBef>
              <a:spcAft>
                <a:spcPts val="0"/>
              </a:spcAft>
              <a:buSzPts val="2280"/>
              <a:buFont typeface="JetBrains Mono"/>
              <a:buNone/>
            </a:pPr>
            <a:r>
              <a:rPr lang="en-US" sz="1800">
                <a:solidFill>
                  <a:schemeClr val="dk1"/>
                </a:solidFill>
              </a:rPr>
              <a:t>hosted by</a:t>
            </a:r>
            <a:endParaRPr sz="22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85"/>
          <p:cNvSpPr/>
          <p:nvPr/>
        </p:nvSpPr>
        <p:spPr>
          <a:xfrm>
            <a:off x="496800" y="412475"/>
            <a:ext cx="49398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5344"/>
              <a:buFont typeface="JetBrains Mono"/>
              <a:buNone/>
            </a:pPr>
            <a:r>
              <a:rPr lang="en-US" sz="5344">
                <a:solidFill>
                  <a:srgbClr val="F5F1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Let’s Hack!</a:t>
            </a:r>
            <a:endParaRPr b="0" i="0" sz="5344" u="none" cap="none" strike="noStrike">
              <a:solidFill>
                <a:srgbClr val="F5F1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85"/>
          <p:cNvSpPr txBox="1"/>
          <p:nvPr/>
        </p:nvSpPr>
        <p:spPr>
          <a:xfrm>
            <a:off x="7013435" y="419679"/>
            <a:ext cx="1762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56" name="Google Shape;1356;p85"/>
          <p:cNvSpPr/>
          <p:nvPr/>
        </p:nvSpPr>
        <p:spPr>
          <a:xfrm>
            <a:off x="90503" y="76200"/>
            <a:ext cx="347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MISTRAL Vibe Hackathon - Paris   </a:t>
            </a:r>
            <a:endParaRPr b="1" sz="784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7" name="Google Shape;1357;p85"/>
          <p:cNvSpPr/>
          <p:nvPr/>
        </p:nvSpPr>
        <p:spPr>
          <a:xfrm>
            <a:off x="7258050" y="76200"/>
            <a:ext cx="1795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Clr>
                <a:srgbClr val="F5F1E9"/>
              </a:buClr>
              <a:buSzPts val="784"/>
              <a:buFont typeface="Plus Jakarta Sans"/>
              <a:buNone/>
            </a:pPr>
            <a:r>
              <a:rPr b="1" lang="en-US" sz="784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July 18th 2026</a:t>
            </a:r>
            <a:endParaRPr b="0" i="0" sz="7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85"/>
          <p:cNvSpPr txBox="1"/>
          <p:nvPr/>
        </p:nvSpPr>
        <p:spPr>
          <a:xfrm>
            <a:off x="383745" y="1860075"/>
            <a:ext cx="7718700" cy="17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99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5F1E9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WIFI</a:t>
            </a:r>
            <a:r>
              <a:rPr b="1" lang="en-US" sz="3200">
                <a:solidFill>
                  <a:srgbClr val="FA5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br>
              <a:rPr b="1" lang="en-US" sz="3200">
                <a:solidFill>
                  <a:srgbClr val="FA5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lang="en-US" sz="3200">
                <a:solidFill>
                  <a:srgbClr val="FA5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SFHQ</a:t>
            </a:r>
            <a:br>
              <a:rPr b="1" lang="en-US" sz="3200">
                <a:solidFill>
                  <a:srgbClr val="FA5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lang="en-US" sz="3200">
                <a:solidFill>
                  <a:srgbClr val="FA50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SFHQ2024!</a:t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istral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FFFAEB"/>
      </a:lt2>
      <a:accent1>
        <a:srgbClr val="E10500"/>
      </a:accent1>
      <a:accent2>
        <a:srgbClr val="FA500F"/>
      </a:accent2>
      <a:accent3>
        <a:srgbClr val="FF8205"/>
      </a:accent3>
      <a:accent4>
        <a:srgbClr val="FFAF00"/>
      </a:accent4>
      <a:accent5>
        <a:srgbClr val="FFD800"/>
      </a:accent5>
      <a:accent6>
        <a:srgbClr val="ECDAA2"/>
      </a:accent6>
      <a:hlink>
        <a:srgbClr val="FFF0C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